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076136643" r:id="rId2"/>
    <p:sldId id="2076136468" r:id="rId3"/>
    <p:sldId id="2076136601" r:id="rId4"/>
    <p:sldId id="2076136602" r:id="rId5"/>
    <p:sldId id="2076136605" r:id="rId6"/>
    <p:sldId id="2076136604" r:id="rId7"/>
    <p:sldId id="2076136469" r:id="rId8"/>
    <p:sldId id="2076136648" r:id="rId9"/>
    <p:sldId id="2076136649" r:id="rId10"/>
    <p:sldId id="2076136650" r:id="rId11"/>
    <p:sldId id="2076136651" r:id="rId12"/>
    <p:sldId id="2076136646" r:id="rId13"/>
    <p:sldId id="2076136609" r:id="rId14"/>
    <p:sldId id="2076136625" r:id="rId15"/>
    <p:sldId id="2076136620" r:id="rId16"/>
    <p:sldId id="2076136629" r:id="rId17"/>
    <p:sldId id="2076136630" r:id="rId18"/>
    <p:sldId id="2076136645" r:id="rId19"/>
    <p:sldId id="2076136674" r:id="rId20"/>
    <p:sldId id="2076136631" r:id="rId21"/>
    <p:sldId id="2076136639" r:id="rId22"/>
    <p:sldId id="2076136647" r:id="rId23"/>
    <p:sldId id="2076136670" r:id="rId24"/>
    <p:sldId id="2076136669" r:id="rId25"/>
    <p:sldId id="2076136662" r:id="rId26"/>
    <p:sldId id="2076136667" r:id="rId27"/>
    <p:sldId id="2076136676" r:id="rId28"/>
    <p:sldId id="2076136653" r:id="rId29"/>
    <p:sldId id="2076136656" r:id="rId30"/>
    <p:sldId id="2076136655" r:id="rId31"/>
    <p:sldId id="2076136654" r:id="rId32"/>
    <p:sldId id="2076136675" r:id="rId33"/>
    <p:sldId id="2076136663" r:id="rId34"/>
    <p:sldId id="2076136664" r:id="rId35"/>
    <p:sldId id="2076136665" r:id="rId36"/>
    <p:sldId id="2076136677" r:id="rId37"/>
    <p:sldId id="2076136659" r:id="rId38"/>
    <p:sldId id="2076136679" r:id="rId39"/>
    <p:sldId id="2076136680" r:id="rId40"/>
    <p:sldId id="2076136672" r:id="rId41"/>
    <p:sldId id="2076136681" r:id="rId42"/>
    <p:sldId id="2076136632" r:id="rId43"/>
    <p:sldId id="2076136633" r:id="rId44"/>
    <p:sldId id="2076136634" r:id="rId45"/>
    <p:sldId id="2076136635" r:id="rId46"/>
    <p:sldId id="2076136636" r:id="rId47"/>
    <p:sldId id="2076136637" r:id="rId48"/>
    <p:sldId id="2076136673" r:id="rId49"/>
    <p:sldId id="2076136678" r:id="rId50"/>
    <p:sldId id="2076136644" r:id="rId51"/>
    <p:sldId id="2076136657" r:id="rId52"/>
    <p:sldId id="2076136658" r:id="rId53"/>
  </p:sldIdLst>
  <p:sldSz cx="12192000" cy="6858000"/>
  <p:notesSz cx="7104063" cy="10234613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CFC94317-0DDF-5F08-C115-2646DBDC704D}" name="JESUALDO TOMAS FERNANDEZ BREIS" initials="JF" userId="S::jfernand@um.es::f3f5f80b-f594-499d-889b-f03492c27572" providerId="AD"/>
  <p188:author id="{3F320E7D-C643-C620-1B51-AD75C62C5C3C}" name="FRANCISCO ABAD NAVARRO" initials="FA" userId="S::francisco.abad@um.es::2055515b-7ace-4cfb-96ff-00f85e63f8e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scaleToFitPaper="1" frameSlides="1"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7B26C5-4107-4FEC-AEDC-1716B250A1EF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1H>
    <a:band2H>
      <a:tcStyle>
        <a:tcBdr>
          <a:top>
            <a:ln w="12700" cmpd="sng">
              <a:solidFill>
                <a:schemeClr val="accent6"/>
              </a:solidFill>
            </a:ln>
          </a:top>
        </a:tcBdr>
      </a:tcStyle>
    </a:band2H>
    <a:band1V>
      <a:tcStyle>
        <a:tcBdr/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lastRow>
    <a:firstRow>
      <a:tcTxStyle>
        <a:fontRef idx="minor">
          <a:scrgbClr r="0" g="0" b="0"/>
        </a:fontRef>
        <a:schemeClr val="accent2"/>
      </a:tcTxStyle>
      <a:tcStyle>
        <a:tcBdr>
          <a:top>
            <a:ln w="0" cmpd="sng">
              <a:solidFill>
                <a:schemeClr val="accent2"/>
              </a:solidFill>
            </a:ln>
          </a:top>
          <a:bottom>
            <a:ln w="252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1FECB4D8-DB02-4DC6-A0A2-4F2EBAE1DC90}" styleName="Estilo medio 1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7225" autoAdjust="0"/>
    <p:restoredTop sz="95761" autoAdjust="0"/>
  </p:normalViewPr>
  <p:slideViewPr>
    <p:cSldViewPr snapToGrid="0">
      <p:cViewPr>
        <p:scale>
          <a:sx n="150" d="100"/>
          <a:sy n="150" d="100"/>
        </p:scale>
        <p:origin x="352" y="-224"/>
      </p:cViewPr>
      <p:guideLst/>
    </p:cSldViewPr>
  </p:slideViewPr>
  <p:outlineViewPr>
    <p:cViewPr>
      <p:scale>
        <a:sx n="33" d="100"/>
        <a:sy n="33" d="100"/>
      </p:scale>
      <p:origin x="0" y="-1077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-21732"/>
    </p:cViewPr>
  </p:sorterViewPr>
  <p:notesViewPr>
    <p:cSldViewPr snapToGrid="0" showGuides="1">
      <p:cViewPr varScale="1">
        <p:scale>
          <a:sx n="109" d="100"/>
          <a:sy n="109" d="100"/>
        </p:scale>
        <p:origin x="5124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microsoft.com/office/2018/10/relationships/authors" Target="author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3_2">
  <dgm:title val=""/>
  <dgm:desc val=""/>
  <dgm:catLst>
    <dgm:cat type="accent3" pri="112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3"/>
    </dgm:fillClrLst>
    <dgm:linClrLst meth="repeat">
      <a:schemeClr val="accent3"/>
    </dgm:linClrLst>
    <dgm:effectClrLst/>
    <dgm:txLinClrLst/>
    <dgm:txFillClrLst/>
    <dgm:txEffectClrLst/>
  </dgm:styleLbl>
  <dgm:styleLbl name="lnNode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3">
        <a:tint val="60000"/>
      </a:schemeClr>
    </dgm:fillClrLst>
    <dgm:linClrLst meth="repeat">
      <a:schemeClr val="accent3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/>
    </dgm:fillClrLst>
    <dgm:linClrLst meth="repeat">
      <a:schemeClr val="accent3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3"/>
    </dgm:fillClrLst>
    <dgm:linClrLst meth="repeat">
      <a:schemeClr val="accent3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3">
        <a:alpha val="90000"/>
        <a:tint val="40000"/>
      </a:schemeClr>
    </dgm:fillClrLst>
    <dgm:linClrLst meth="repeat">
      <a:schemeClr val="accent3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accent3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8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3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4CE2A2D-C11C-7643-A939-441BE0CFB0FF}" type="doc">
      <dgm:prSet loTypeId="urn:microsoft.com/office/officeart/2005/8/layout/default" loCatId="" qsTypeId="urn:microsoft.com/office/officeart/2005/8/quickstyle/simple1" qsCatId="simple" csTypeId="urn:microsoft.com/office/officeart/2005/8/colors/accent3_2" csCatId="accent3" phldr="1"/>
      <dgm:spPr/>
      <dgm:t>
        <a:bodyPr/>
        <a:lstStyle/>
        <a:p>
          <a:endParaRPr lang="es-ES"/>
        </a:p>
      </dgm:t>
    </dgm:pt>
    <dgm:pt modelId="{226806BD-E944-1249-BF8B-E434ADBAE721}">
      <dgm:prSet phldrT="[Texto]" custT="1"/>
      <dgm:spPr/>
      <dgm:t>
        <a:bodyPr/>
        <a:lstStyle/>
        <a:p>
          <a:pPr algn="l"/>
          <a:r>
            <a:rPr lang="en-US" sz="1800" b="1" dirty="0"/>
            <a:t>Asset Management</a:t>
          </a:r>
        </a:p>
      </dgm:t>
    </dgm:pt>
    <dgm:pt modelId="{1AA03334-E927-B441-9DBB-6BDD673B37DC}" type="parTrans" cxnId="{B727165C-CA17-1044-A14C-E1E736269B5F}">
      <dgm:prSet/>
      <dgm:spPr/>
      <dgm:t>
        <a:bodyPr/>
        <a:lstStyle/>
        <a:p>
          <a:endParaRPr lang="es-ES" sz="2400"/>
        </a:p>
      </dgm:t>
    </dgm:pt>
    <dgm:pt modelId="{2398F5B4-CBA3-CE4F-A343-87E8AB077614}" type="sibTrans" cxnId="{B727165C-CA17-1044-A14C-E1E736269B5F}">
      <dgm:prSet/>
      <dgm:spPr/>
      <dgm:t>
        <a:bodyPr/>
        <a:lstStyle/>
        <a:p>
          <a:endParaRPr lang="es-ES" sz="2400"/>
        </a:p>
      </dgm:t>
    </dgm:pt>
    <dgm:pt modelId="{FDE74685-4D76-B34D-A754-D5646CD812D3}">
      <dgm:prSet phldrT="[Texto]" custT="1"/>
      <dgm:spPr/>
      <dgm:t>
        <a:bodyPr/>
        <a:lstStyle/>
        <a:p>
          <a:r>
            <a:rPr lang="en-US" sz="1800" b="1" dirty="0"/>
            <a:t>Identification &amp; Classification</a:t>
          </a:r>
        </a:p>
      </dgm:t>
    </dgm:pt>
    <dgm:pt modelId="{9D5EAC80-F093-7D46-A3F8-DF948BD6DD02}" type="parTrans" cxnId="{56AE7FCF-6210-3F4F-AEB8-BA6D64CBE27D}">
      <dgm:prSet/>
      <dgm:spPr/>
      <dgm:t>
        <a:bodyPr/>
        <a:lstStyle/>
        <a:p>
          <a:endParaRPr lang="es-ES" sz="2400"/>
        </a:p>
      </dgm:t>
    </dgm:pt>
    <dgm:pt modelId="{FD438077-3E6C-0542-9D82-71318921E987}" type="sibTrans" cxnId="{56AE7FCF-6210-3F4F-AEB8-BA6D64CBE27D}">
      <dgm:prSet/>
      <dgm:spPr/>
      <dgm:t>
        <a:bodyPr/>
        <a:lstStyle/>
        <a:p>
          <a:endParaRPr lang="es-ES" sz="2400"/>
        </a:p>
      </dgm:t>
    </dgm:pt>
    <dgm:pt modelId="{316970BC-F8CF-C746-9E16-B97F64A9E495}">
      <dgm:prSet phldrT="[Texto]" custT="1"/>
      <dgm:spPr/>
      <dgm:t>
        <a:bodyPr/>
        <a:lstStyle/>
        <a:p>
          <a:r>
            <a:rPr lang="en-US" sz="1800" b="1" dirty="0"/>
            <a:t>Equipment &amp; Data Model</a:t>
          </a:r>
        </a:p>
      </dgm:t>
    </dgm:pt>
    <dgm:pt modelId="{E4085862-D95A-9E43-A6C7-2680A4BB7635}" type="parTrans" cxnId="{BE9A153B-66DE-104D-89ED-BD85EBD824E2}">
      <dgm:prSet/>
      <dgm:spPr/>
      <dgm:t>
        <a:bodyPr/>
        <a:lstStyle/>
        <a:p>
          <a:endParaRPr lang="es-ES" sz="2400"/>
        </a:p>
      </dgm:t>
    </dgm:pt>
    <dgm:pt modelId="{8D406154-42E0-7C45-B9F2-31E5C686A327}" type="sibTrans" cxnId="{BE9A153B-66DE-104D-89ED-BD85EBD824E2}">
      <dgm:prSet/>
      <dgm:spPr/>
      <dgm:t>
        <a:bodyPr/>
        <a:lstStyle/>
        <a:p>
          <a:endParaRPr lang="es-ES" sz="2400"/>
        </a:p>
      </dgm:t>
    </dgm:pt>
    <dgm:pt modelId="{71AB6223-C88D-D540-AB19-5729AD0779AE}">
      <dgm:prSet phldrT="[Texto]" custT="1"/>
      <dgm:spPr/>
      <dgm:t>
        <a:bodyPr/>
        <a:lstStyle/>
        <a:p>
          <a:r>
            <a:rPr lang="en-US" sz="1800" b="1" dirty="0"/>
            <a:t>Maintenance &amp; Reliability</a:t>
          </a:r>
        </a:p>
      </dgm:t>
    </dgm:pt>
    <dgm:pt modelId="{3A982CE3-4747-134F-A15C-4B8859592FAD}" type="parTrans" cxnId="{DAC573F5-903B-D049-908A-EF57BD361A04}">
      <dgm:prSet/>
      <dgm:spPr/>
      <dgm:t>
        <a:bodyPr/>
        <a:lstStyle/>
        <a:p>
          <a:endParaRPr lang="es-ES" sz="2400"/>
        </a:p>
      </dgm:t>
    </dgm:pt>
    <dgm:pt modelId="{F0C4C291-2F08-E24C-A325-F0EB0709AF6C}" type="sibTrans" cxnId="{DAC573F5-903B-D049-908A-EF57BD361A04}">
      <dgm:prSet/>
      <dgm:spPr/>
      <dgm:t>
        <a:bodyPr/>
        <a:lstStyle/>
        <a:p>
          <a:endParaRPr lang="es-ES" sz="2400"/>
        </a:p>
      </dgm:t>
    </dgm:pt>
    <dgm:pt modelId="{0B1F9CD0-909C-0E42-838D-9780C97A1DB5}">
      <dgm:prSet phldrT="[Texto]" custT="1"/>
      <dgm:spPr/>
      <dgm:t>
        <a:bodyPr/>
        <a:lstStyle/>
        <a:p>
          <a:pPr algn="l"/>
          <a:r>
            <a:rPr lang="en-US" sz="1400" dirty="0"/>
            <a:t>ISO 55000 series</a:t>
          </a:r>
        </a:p>
      </dgm:t>
    </dgm:pt>
    <dgm:pt modelId="{2BDF28FB-9B60-6C4D-9600-6F21FDA1B6A7}" type="parTrans" cxnId="{319E1743-98D3-994C-8A84-FFF9D7FB9864}">
      <dgm:prSet/>
      <dgm:spPr/>
      <dgm:t>
        <a:bodyPr/>
        <a:lstStyle/>
        <a:p>
          <a:endParaRPr lang="es-ES" sz="2400"/>
        </a:p>
      </dgm:t>
    </dgm:pt>
    <dgm:pt modelId="{29CE62D4-F899-6245-AD91-FE65F0168725}" type="sibTrans" cxnId="{319E1743-98D3-994C-8A84-FFF9D7FB9864}">
      <dgm:prSet/>
      <dgm:spPr/>
      <dgm:t>
        <a:bodyPr/>
        <a:lstStyle/>
        <a:p>
          <a:endParaRPr lang="es-ES" sz="2400"/>
        </a:p>
      </dgm:t>
    </dgm:pt>
    <dgm:pt modelId="{857E776E-C306-DF42-BA56-F4842E5A42EB}">
      <dgm:prSet phldrT="[Texto]" custT="1"/>
      <dgm:spPr/>
      <dgm:t>
        <a:bodyPr/>
        <a:lstStyle/>
        <a:p>
          <a:pPr algn="l"/>
          <a:r>
            <a:rPr lang="en-US" sz="1400" dirty="0"/>
            <a:t>PAS 55</a:t>
          </a:r>
        </a:p>
      </dgm:t>
    </dgm:pt>
    <dgm:pt modelId="{40E49F44-89D0-A64E-B305-F82212355425}" type="parTrans" cxnId="{AE580184-2A58-8E47-9A62-2A8BB68D75AB}">
      <dgm:prSet/>
      <dgm:spPr/>
      <dgm:t>
        <a:bodyPr/>
        <a:lstStyle/>
        <a:p>
          <a:endParaRPr lang="es-ES" sz="2400"/>
        </a:p>
      </dgm:t>
    </dgm:pt>
    <dgm:pt modelId="{B72656E1-861C-C340-A127-999C7FCA6843}" type="sibTrans" cxnId="{AE580184-2A58-8E47-9A62-2A8BB68D75AB}">
      <dgm:prSet/>
      <dgm:spPr/>
      <dgm:t>
        <a:bodyPr/>
        <a:lstStyle/>
        <a:p>
          <a:endParaRPr lang="es-ES" sz="2400"/>
        </a:p>
      </dgm:t>
    </dgm:pt>
    <dgm:pt modelId="{C2524D90-6D1C-5F4D-B56F-D9C9E1C1C5B1}">
      <dgm:prSet phldrT="[Texto]" custT="1"/>
      <dgm:spPr/>
      <dgm:t>
        <a:bodyPr/>
        <a:lstStyle/>
        <a:p>
          <a:pPr algn="l"/>
          <a:r>
            <a:rPr lang="en-US" sz="1400" dirty="0"/>
            <a:t>ISO19650</a:t>
          </a:r>
        </a:p>
      </dgm:t>
    </dgm:pt>
    <dgm:pt modelId="{147E4587-CDDF-D74A-B26B-9A5823F14E38}" type="parTrans" cxnId="{1D031C9E-1059-1C47-8E64-CB84300C6017}">
      <dgm:prSet/>
      <dgm:spPr/>
      <dgm:t>
        <a:bodyPr/>
        <a:lstStyle/>
        <a:p>
          <a:endParaRPr lang="es-ES" sz="2400"/>
        </a:p>
      </dgm:t>
    </dgm:pt>
    <dgm:pt modelId="{F3A9FED0-6540-9749-BBE1-4ACB4D3946FA}" type="sibTrans" cxnId="{1D031C9E-1059-1C47-8E64-CB84300C6017}">
      <dgm:prSet/>
      <dgm:spPr/>
      <dgm:t>
        <a:bodyPr/>
        <a:lstStyle/>
        <a:p>
          <a:endParaRPr lang="es-ES" sz="2400"/>
        </a:p>
      </dgm:t>
    </dgm:pt>
    <dgm:pt modelId="{48C1A8D4-7DD5-6048-9C24-5CB03FCE9C46}">
      <dgm:prSet phldrT="[Texto]" custT="1"/>
      <dgm:spPr/>
      <dgm:t>
        <a:bodyPr/>
        <a:lstStyle/>
        <a:p>
          <a:pPr algn="l"/>
          <a:r>
            <a:rPr lang="en-US" sz="1400" dirty="0"/>
            <a:t>GS1</a:t>
          </a:r>
        </a:p>
      </dgm:t>
    </dgm:pt>
    <dgm:pt modelId="{2E059340-B129-E947-9992-C8F6638AAD24}" type="parTrans" cxnId="{DE3CC7D6-69F9-AB47-AF3C-10D60FC4B1DA}">
      <dgm:prSet/>
      <dgm:spPr/>
      <dgm:t>
        <a:bodyPr/>
        <a:lstStyle/>
        <a:p>
          <a:endParaRPr lang="es-ES" sz="2400"/>
        </a:p>
      </dgm:t>
    </dgm:pt>
    <dgm:pt modelId="{6B0824A6-291E-994A-9EE9-B05EE7AC2AE1}" type="sibTrans" cxnId="{DE3CC7D6-69F9-AB47-AF3C-10D60FC4B1DA}">
      <dgm:prSet/>
      <dgm:spPr/>
      <dgm:t>
        <a:bodyPr/>
        <a:lstStyle/>
        <a:p>
          <a:endParaRPr lang="es-ES" sz="2400"/>
        </a:p>
      </dgm:t>
    </dgm:pt>
    <dgm:pt modelId="{B85E31A5-6579-864C-99A1-350044D41CD7}">
      <dgm:prSet phldrT="[Texto]" custT="1"/>
      <dgm:spPr/>
      <dgm:t>
        <a:bodyPr/>
        <a:lstStyle/>
        <a:p>
          <a:r>
            <a:rPr lang="en-US" sz="1400" dirty="0"/>
            <a:t>IEC 81346 (RDS)</a:t>
          </a:r>
        </a:p>
      </dgm:t>
    </dgm:pt>
    <dgm:pt modelId="{9C925613-890A-5F4C-89BC-CC2240953226}" type="parTrans" cxnId="{7309A06A-FE21-BF42-9B85-192996774E80}">
      <dgm:prSet/>
      <dgm:spPr/>
      <dgm:t>
        <a:bodyPr/>
        <a:lstStyle/>
        <a:p>
          <a:endParaRPr lang="es-ES" sz="2400"/>
        </a:p>
      </dgm:t>
    </dgm:pt>
    <dgm:pt modelId="{916507EB-EB01-9847-BA83-7C7D0A7B3FD3}" type="sibTrans" cxnId="{7309A06A-FE21-BF42-9B85-192996774E80}">
      <dgm:prSet/>
      <dgm:spPr/>
      <dgm:t>
        <a:bodyPr/>
        <a:lstStyle/>
        <a:p>
          <a:endParaRPr lang="es-ES" sz="2400"/>
        </a:p>
      </dgm:t>
    </dgm:pt>
    <dgm:pt modelId="{82490B4E-042A-4445-9BFE-BE0902FD66DF}">
      <dgm:prSet phldrT="[Texto]" custT="1"/>
      <dgm:spPr/>
      <dgm:t>
        <a:bodyPr/>
        <a:lstStyle/>
        <a:p>
          <a:r>
            <a:rPr lang="en-US" sz="1400" dirty="0"/>
            <a:t>KKS, RDS-PP</a:t>
          </a:r>
        </a:p>
      </dgm:t>
    </dgm:pt>
    <dgm:pt modelId="{361B152D-2E12-2747-8979-AA0C86A9E781}" type="parTrans" cxnId="{57929136-C852-2347-ABAE-D8B15BE36BC0}">
      <dgm:prSet/>
      <dgm:spPr/>
      <dgm:t>
        <a:bodyPr/>
        <a:lstStyle/>
        <a:p>
          <a:endParaRPr lang="es-ES" sz="2400"/>
        </a:p>
      </dgm:t>
    </dgm:pt>
    <dgm:pt modelId="{79EC8EFD-51AE-344A-848B-3187A4771504}" type="sibTrans" cxnId="{57929136-C852-2347-ABAE-D8B15BE36BC0}">
      <dgm:prSet/>
      <dgm:spPr/>
      <dgm:t>
        <a:bodyPr/>
        <a:lstStyle/>
        <a:p>
          <a:endParaRPr lang="es-ES" sz="2400"/>
        </a:p>
      </dgm:t>
    </dgm:pt>
    <dgm:pt modelId="{5A1DAA60-1E30-0F46-BF3D-E3B05FFA96E7}">
      <dgm:prSet phldrT="[Texto]" custT="1"/>
      <dgm:spPr/>
      <dgm:t>
        <a:bodyPr/>
        <a:lstStyle/>
        <a:p>
          <a:r>
            <a:rPr lang="en-US" sz="1400" dirty="0"/>
            <a:t>ECLASS</a:t>
          </a:r>
        </a:p>
      </dgm:t>
    </dgm:pt>
    <dgm:pt modelId="{A6D4E918-D8FF-A748-8FA2-9ACE646C8BDE}" type="parTrans" cxnId="{5DAFE0D2-3C61-BE4A-B723-775A0A0BD59F}">
      <dgm:prSet/>
      <dgm:spPr/>
      <dgm:t>
        <a:bodyPr/>
        <a:lstStyle/>
        <a:p>
          <a:endParaRPr lang="es-ES" sz="2400"/>
        </a:p>
      </dgm:t>
    </dgm:pt>
    <dgm:pt modelId="{CD686BF2-6F67-D940-B1BE-C53C242D907C}" type="sibTrans" cxnId="{5DAFE0D2-3C61-BE4A-B723-775A0A0BD59F}">
      <dgm:prSet/>
      <dgm:spPr/>
      <dgm:t>
        <a:bodyPr/>
        <a:lstStyle/>
        <a:p>
          <a:endParaRPr lang="es-ES" sz="2400"/>
        </a:p>
      </dgm:t>
    </dgm:pt>
    <dgm:pt modelId="{96B76B5D-DF34-7949-9D9A-7FD255B81499}">
      <dgm:prSet phldrT="[Texto]" custT="1"/>
      <dgm:spPr/>
      <dgm:t>
        <a:bodyPr/>
        <a:lstStyle/>
        <a:p>
          <a:r>
            <a:rPr lang="en-US" sz="1400" dirty="0"/>
            <a:t>UNSPSC</a:t>
          </a:r>
        </a:p>
      </dgm:t>
    </dgm:pt>
    <dgm:pt modelId="{918B601F-1478-EA48-8812-88BFDB4D2813}" type="parTrans" cxnId="{7B08C103-74E2-AC4D-951C-604D8ABF1C69}">
      <dgm:prSet/>
      <dgm:spPr/>
      <dgm:t>
        <a:bodyPr/>
        <a:lstStyle/>
        <a:p>
          <a:endParaRPr lang="es-ES" sz="2400"/>
        </a:p>
      </dgm:t>
    </dgm:pt>
    <dgm:pt modelId="{4C667181-8926-B74E-97EC-AD0596DABE18}" type="sibTrans" cxnId="{7B08C103-74E2-AC4D-951C-604D8ABF1C69}">
      <dgm:prSet/>
      <dgm:spPr/>
      <dgm:t>
        <a:bodyPr/>
        <a:lstStyle/>
        <a:p>
          <a:endParaRPr lang="es-ES" sz="2400"/>
        </a:p>
      </dgm:t>
    </dgm:pt>
    <dgm:pt modelId="{6E9A5C1D-A0AC-3949-AE78-5E248D5C7524}">
      <dgm:prSet phldrT="[Texto]" custT="1"/>
      <dgm:spPr/>
      <dgm:t>
        <a:bodyPr/>
        <a:lstStyle/>
        <a:p>
          <a:r>
            <a:rPr lang="en-US" sz="1400" dirty="0"/>
            <a:t>ISO 15926</a:t>
          </a:r>
        </a:p>
      </dgm:t>
    </dgm:pt>
    <dgm:pt modelId="{5130B0BD-D2BD-AE43-9FD8-A698CB7ED67E}" type="parTrans" cxnId="{B83D175F-F709-1F43-A6CF-05ECC1B3ADBE}">
      <dgm:prSet/>
      <dgm:spPr/>
      <dgm:t>
        <a:bodyPr/>
        <a:lstStyle/>
        <a:p>
          <a:endParaRPr lang="es-ES" sz="2400"/>
        </a:p>
      </dgm:t>
    </dgm:pt>
    <dgm:pt modelId="{B317C0C2-2B10-E44B-A8A2-340931CF86B7}" type="sibTrans" cxnId="{B83D175F-F709-1F43-A6CF-05ECC1B3ADBE}">
      <dgm:prSet/>
      <dgm:spPr/>
      <dgm:t>
        <a:bodyPr/>
        <a:lstStyle/>
        <a:p>
          <a:endParaRPr lang="es-ES" sz="2400"/>
        </a:p>
      </dgm:t>
    </dgm:pt>
    <dgm:pt modelId="{9BACEBA4-178E-0B45-AF20-265E54FE3A33}">
      <dgm:prSet phldrT="[Texto]" custT="1"/>
      <dgm:spPr/>
      <dgm:t>
        <a:bodyPr/>
        <a:lstStyle/>
        <a:p>
          <a:r>
            <a:rPr lang="en-US" sz="1400" dirty="0"/>
            <a:t>CFIHOS</a:t>
          </a:r>
        </a:p>
      </dgm:t>
    </dgm:pt>
    <dgm:pt modelId="{5223F888-820E-794D-8DA7-BD1868284828}" type="parTrans" cxnId="{D7C6D231-CCA0-C840-B9B0-CBD9CA864115}">
      <dgm:prSet/>
      <dgm:spPr/>
      <dgm:t>
        <a:bodyPr/>
        <a:lstStyle/>
        <a:p>
          <a:endParaRPr lang="es-ES" sz="2400"/>
        </a:p>
      </dgm:t>
    </dgm:pt>
    <dgm:pt modelId="{3C251B88-9F1A-6A4A-84E2-1D38F8A9963C}" type="sibTrans" cxnId="{D7C6D231-CCA0-C840-B9B0-CBD9CA864115}">
      <dgm:prSet/>
      <dgm:spPr/>
      <dgm:t>
        <a:bodyPr/>
        <a:lstStyle/>
        <a:p>
          <a:endParaRPr lang="es-ES" sz="2400"/>
        </a:p>
      </dgm:t>
    </dgm:pt>
    <dgm:pt modelId="{89FB4A48-C707-B440-B99B-998009B7A904}">
      <dgm:prSet phldrT="[Texto]" custT="1"/>
      <dgm:spPr/>
      <dgm:t>
        <a:bodyPr/>
        <a:lstStyle/>
        <a:p>
          <a:r>
            <a:rPr lang="en-US" sz="1400" dirty="0"/>
            <a:t>ISO 8000</a:t>
          </a:r>
        </a:p>
      </dgm:t>
    </dgm:pt>
    <dgm:pt modelId="{23D4E118-257A-A141-A3C2-EEB25B156900}" type="parTrans" cxnId="{8F62AC88-2F5D-254D-BB58-AD9EF20FE16C}">
      <dgm:prSet/>
      <dgm:spPr/>
      <dgm:t>
        <a:bodyPr/>
        <a:lstStyle/>
        <a:p>
          <a:endParaRPr lang="es-ES" sz="2400"/>
        </a:p>
      </dgm:t>
    </dgm:pt>
    <dgm:pt modelId="{E2E75FE1-20AE-474B-9BD4-874C2E1E7E1D}" type="sibTrans" cxnId="{8F62AC88-2F5D-254D-BB58-AD9EF20FE16C}">
      <dgm:prSet/>
      <dgm:spPr/>
      <dgm:t>
        <a:bodyPr/>
        <a:lstStyle/>
        <a:p>
          <a:endParaRPr lang="es-ES" sz="2400"/>
        </a:p>
      </dgm:t>
    </dgm:pt>
    <dgm:pt modelId="{B5FC93F9-BE18-B84D-8A80-08DAAE10194D}">
      <dgm:prSet phldrT="[Texto]" custT="1"/>
      <dgm:spPr/>
      <dgm:t>
        <a:bodyPr/>
        <a:lstStyle/>
        <a:p>
          <a:r>
            <a:rPr lang="en-US" sz="1400" dirty="0"/>
            <a:t>IEC 61987</a:t>
          </a:r>
        </a:p>
      </dgm:t>
    </dgm:pt>
    <dgm:pt modelId="{58A65AF8-5BAE-C744-AC28-53C97F2A2C6C}" type="parTrans" cxnId="{E855C310-01C8-5A43-9DD6-EBED56FB40FA}">
      <dgm:prSet/>
      <dgm:spPr/>
      <dgm:t>
        <a:bodyPr/>
        <a:lstStyle/>
        <a:p>
          <a:endParaRPr lang="es-ES" sz="2400"/>
        </a:p>
      </dgm:t>
    </dgm:pt>
    <dgm:pt modelId="{5316C939-B5AF-9340-B942-7454D60A8D5E}" type="sibTrans" cxnId="{E855C310-01C8-5A43-9DD6-EBED56FB40FA}">
      <dgm:prSet/>
      <dgm:spPr/>
      <dgm:t>
        <a:bodyPr/>
        <a:lstStyle/>
        <a:p>
          <a:endParaRPr lang="es-ES" sz="2400"/>
        </a:p>
      </dgm:t>
    </dgm:pt>
    <dgm:pt modelId="{35973D75-92D1-7140-A631-3C6DB7AC4336}">
      <dgm:prSet phldrT="[Texto]" custT="1"/>
      <dgm:spPr/>
      <dgm:t>
        <a:bodyPr/>
        <a:lstStyle/>
        <a:p>
          <a:r>
            <a:rPr lang="en-US" sz="1400" dirty="0"/>
            <a:t>ISO 13584</a:t>
          </a:r>
        </a:p>
      </dgm:t>
    </dgm:pt>
    <dgm:pt modelId="{61CA3F77-E11D-5346-A902-BC914D65A58D}" type="parTrans" cxnId="{C86C4259-687F-9048-A761-45B49953117F}">
      <dgm:prSet/>
      <dgm:spPr/>
      <dgm:t>
        <a:bodyPr/>
        <a:lstStyle/>
        <a:p>
          <a:endParaRPr lang="es-ES" sz="2400"/>
        </a:p>
      </dgm:t>
    </dgm:pt>
    <dgm:pt modelId="{187CDE84-2C85-7642-A784-33E3ECCB601F}" type="sibTrans" cxnId="{C86C4259-687F-9048-A761-45B49953117F}">
      <dgm:prSet/>
      <dgm:spPr/>
      <dgm:t>
        <a:bodyPr/>
        <a:lstStyle/>
        <a:p>
          <a:endParaRPr lang="es-ES" sz="2400"/>
        </a:p>
      </dgm:t>
    </dgm:pt>
    <dgm:pt modelId="{1EEE5591-6D7E-DF46-9FEB-933A5A060A69}">
      <dgm:prSet phldrT="[Texto]" custT="1"/>
      <dgm:spPr/>
      <dgm:t>
        <a:bodyPr/>
        <a:lstStyle/>
        <a:p>
          <a:r>
            <a:rPr lang="en-US" sz="1400" dirty="0"/>
            <a:t>IEC 62714</a:t>
          </a:r>
        </a:p>
      </dgm:t>
    </dgm:pt>
    <dgm:pt modelId="{2CA42510-88B1-684D-B2F3-46FA32BB1A4B}" type="parTrans" cxnId="{894EF42C-2E44-2C4A-9E82-17F1B57AD3FE}">
      <dgm:prSet/>
      <dgm:spPr/>
      <dgm:t>
        <a:bodyPr/>
        <a:lstStyle/>
        <a:p>
          <a:endParaRPr lang="es-ES" sz="2400"/>
        </a:p>
      </dgm:t>
    </dgm:pt>
    <dgm:pt modelId="{83572717-30F6-524F-B5A0-B8BA0CD04DDB}" type="sibTrans" cxnId="{894EF42C-2E44-2C4A-9E82-17F1B57AD3FE}">
      <dgm:prSet/>
      <dgm:spPr/>
      <dgm:t>
        <a:bodyPr/>
        <a:lstStyle/>
        <a:p>
          <a:endParaRPr lang="es-ES" sz="2400"/>
        </a:p>
      </dgm:t>
    </dgm:pt>
    <dgm:pt modelId="{04EE0E72-ADBC-3C41-BF9D-C6ADC86D2EBD}">
      <dgm:prSet phldrT="[Texto]" custT="1"/>
      <dgm:spPr/>
      <dgm:t>
        <a:bodyPr/>
        <a:lstStyle/>
        <a:p>
          <a:r>
            <a:rPr lang="en-US" sz="1400" dirty="0"/>
            <a:t>ISO 14224</a:t>
          </a:r>
        </a:p>
      </dgm:t>
    </dgm:pt>
    <dgm:pt modelId="{1D233E9D-170C-2D4D-B32C-A45DB1DA7A07}" type="parTrans" cxnId="{2DBDA22B-94AC-FC4F-8031-E2BD75F18F0D}">
      <dgm:prSet/>
      <dgm:spPr/>
      <dgm:t>
        <a:bodyPr/>
        <a:lstStyle/>
        <a:p>
          <a:endParaRPr lang="es-ES" sz="2400"/>
        </a:p>
      </dgm:t>
    </dgm:pt>
    <dgm:pt modelId="{04830EB3-EC0F-774B-A489-43782030204C}" type="sibTrans" cxnId="{2DBDA22B-94AC-FC4F-8031-E2BD75F18F0D}">
      <dgm:prSet/>
      <dgm:spPr/>
      <dgm:t>
        <a:bodyPr/>
        <a:lstStyle/>
        <a:p>
          <a:endParaRPr lang="es-ES" sz="2400"/>
        </a:p>
      </dgm:t>
    </dgm:pt>
    <dgm:pt modelId="{F9FECA84-0DDB-294E-AD18-ECA8412E5848}">
      <dgm:prSet phldrT="[Texto]" custT="1"/>
      <dgm:spPr/>
      <dgm:t>
        <a:bodyPr/>
        <a:lstStyle/>
        <a:p>
          <a:r>
            <a:rPr lang="en-US" sz="1400" dirty="0"/>
            <a:t>IEC 60300</a:t>
          </a:r>
        </a:p>
      </dgm:t>
    </dgm:pt>
    <dgm:pt modelId="{BD926507-A588-CC4A-865A-00CD57E398D0}" type="parTrans" cxnId="{0647E3C2-E565-5B40-B973-8800E5735F5B}">
      <dgm:prSet/>
      <dgm:spPr/>
      <dgm:t>
        <a:bodyPr/>
        <a:lstStyle/>
        <a:p>
          <a:endParaRPr lang="es-ES" sz="2400"/>
        </a:p>
      </dgm:t>
    </dgm:pt>
    <dgm:pt modelId="{6E68DC95-CA2B-5A46-B527-0F3E69C32BB2}" type="sibTrans" cxnId="{0647E3C2-E565-5B40-B973-8800E5735F5B}">
      <dgm:prSet/>
      <dgm:spPr/>
      <dgm:t>
        <a:bodyPr/>
        <a:lstStyle/>
        <a:p>
          <a:endParaRPr lang="es-ES" sz="2400"/>
        </a:p>
      </dgm:t>
    </dgm:pt>
    <dgm:pt modelId="{00981226-5866-B848-8C05-C5208AC2ADD1}">
      <dgm:prSet phldrT="[Texto]" custT="1"/>
      <dgm:spPr/>
      <dgm:t>
        <a:bodyPr/>
        <a:lstStyle/>
        <a:p>
          <a:r>
            <a:rPr lang="en-US" sz="1400" dirty="0"/>
            <a:t>ASME BPVC</a:t>
          </a:r>
        </a:p>
      </dgm:t>
    </dgm:pt>
    <dgm:pt modelId="{DCEA7DCA-540E-7845-A770-99EE8DA58DF4}" type="parTrans" cxnId="{8C25F6C3-7F97-124F-AE51-8A6D523F8FF6}">
      <dgm:prSet/>
      <dgm:spPr/>
      <dgm:t>
        <a:bodyPr/>
        <a:lstStyle/>
        <a:p>
          <a:endParaRPr lang="es-ES" sz="2400"/>
        </a:p>
      </dgm:t>
    </dgm:pt>
    <dgm:pt modelId="{1342F277-7E35-894E-B5EE-0AB29ACF0F2B}" type="sibTrans" cxnId="{8C25F6C3-7F97-124F-AE51-8A6D523F8FF6}">
      <dgm:prSet/>
      <dgm:spPr/>
      <dgm:t>
        <a:bodyPr/>
        <a:lstStyle/>
        <a:p>
          <a:endParaRPr lang="es-ES" sz="2400"/>
        </a:p>
      </dgm:t>
    </dgm:pt>
    <dgm:pt modelId="{6CA85FEF-BA65-E947-81C2-1367391DA97C}">
      <dgm:prSet phldrT="[Texto]" custT="1"/>
      <dgm:spPr/>
      <dgm:t>
        <a:bodyPr/>
        <a:lstStyle/>
        <a:p>
          <a:r>
            <a:rPr lang="en-US" sz="1800" b="1" dirty="0"/>
            <a:t>Industry-specific technical</a:t>
          </a:r>
        </a:p>
      </dgm:t>
    </dgm:pt>
    <dgm:pt modelId="{5AB91BEF-8F88-E34D-B982-348BBCF4A4D4}" type="sibTrans" cxnId="{C8C435CA-870A-8140-B375-4C21EA832F3E}">
      <dgm:prSet/>
      <dgm:spPr/>
      <dgm:t>
        <a:bodyPr/>
        <a:lstStyle/>
        <a:p>
          <a:endParaRPr lang="es-ES" sz="2400"/>
        </a:p>
      </dgm:t>
    </dgm:pt>
    <dgm:pt modelId="{F3AAAD1C-1613-5E44-81CD-0AC50D47DA26}" type="parTrans" cxnId="{C8C435CA-870A-8140-B375-4C21EA832F3E}">
      <dgm:prSet/>
      <dgm:spPr/>
      <dgm:t>
        <a:bodyPr/>
        <a:lstStyle/>
        <a:p>
          <a:endParaRPr lang="es-ES" sz="2400"/>
        </a:p>
      </dgm:t>
    </dgm:pt>
    <dgm:pt modelId="{8BB78BB9-3615-4A43-B6A1-4B1FE35B7F97}">
      <dgm:prSet phldrT="[Texto]" custT="1"/>
      <dgm:spPr/>
      <dgm:t>
        <a:bodyPr/>
        <a:lstStyle/>
        <a:p>
          <a:r>
            <a:rPr lang="en-US" sz="1400" dirty="0"/>
            <a:t>DNV</a:t>
          </a:r>
        </a:p>
      </dgm:t>
    </dgm:pt>
    <dgm:pt modelId="{655FCFB0-7471-E34B-989A-E34D13224BFB}" type="parTrans" cxnId="{AF3DE707-9D72-604F-8512-C51B0D7AD0EF}">
      <dgm:prSet/>
      <dgm:spPr/>
      <dgm:t>
        <a:bodyPr/>
        <a:lstStyle/>
        <a:p>
          <a:endParaRPr lang="es-ES" sz="2400"/>
        </a:p>
      </dgm:t>
    </dgm:pt>
    <dgm:pt modelId="{34AFA9A9-6634-5047-A8C1-9679856FA591}" type="sibTrans" cxnId="{AF3DE707-9D72-604F-8512-C51B0D7AD0EF}">
      <dgm:prSet/>
      <dgm:spPr/>
      <dgm:t>
        <a:bodyPr/>
        <a:lstStyle/>
        <a:p>
          <a:endParaRPr lang="es-ES" sz="2400"/>
        </a:p>
      </dgm:t>
    </dgm:pt>
    <dgm:pt modelId="{75530F35-6061-4F42-A3CE-DE3C6BC99EFD}">
      <dgm:prSet phldrT="[Texto]" custT="1"/>
      <dgm:spPr/>
      <dgm:t>
        <a:bodyPr/>
        <a:lstStyle/>
        <a:p>
          <a:r>
            <a:rPr lang="en-US" sz="1400" dirty="0"/>
            <a:t>IEEE</a:t>
          </a:r>
        </a:p>
      </dgm:t>
    </dgm:pt>
    <dgm:pt modelId="{2132457D-1C4D-6844-A9BB-DAAB4F7D7DEF}" type="parTrans" cxnId="{246A1A4F-4320-AB47-BD51-EE0AD8506B8A}">
      <dgm:prSet/>
      <dgm:spPr/>
      <dgm:t>
        <a:bodyPr/>
        <a:lstStyle/>
        <a:p>
          <a:endParaRPr lang="es-ES" sz="2400"/>
        </a:p>
      </dgm:t>
    </dgm:pt>
    <dgm:pt modelId="{B78203FC-357E-004D-8B97-59FD10E65196}" type="sibTrans" cxnId="{246A1A4F-4320-AB47-BD51-EE0AD8506B8A}">
      <dgm:prSet/>
      <dgm:spPr/>
      <dgm:t>
        <a:bodyPr/>
        <a:lstStyle/>
        <a:p>
          <a:endParaRPr lang="es-ES" sz="2400"/>
        </a:p>
      </dgm:t>
    </dgm:pt>
    <dgm:pt modelId="{B25D3338-1F3F-2544-A599-796559DAB465}" type="pres">
      <dgm:prSet presAssocID="{E4CE2A2D-C11C-7643-A939-441BE0CFB0FF}" presName="diagram" presStyleCnt="0">
        <dgm:presLayoutVars>
          <dgm:dir/>
          <dgm:resizeHandles val="exact"/>
        </dgm:presLayoutVars>
      </dgm:prSet>
      <dgm:spPr/>
    </dgm:pt>
    <dgm:pt modelId="{4986A6DC-5C77-774D-BC0F-E5CCDE497312}" type="pres">
      <dgm:prSet presAssocID="{226806BD-E944-1249-BF8B-E434ADBAE721}" presName="node" presStyleLbl="node1" presStyleIdx="0" presStyleCnt="5" custScaleY="60386">
        <dgm:presLayoutVars>
          <dgm:bulletEnabled val="1"/>
        </dgm:presLayoutVars>
      </dgm:prSet>
      <dgm:spPr/>
    </dgm:pt>
    <dgm:pt modelId="{716FB006-FDAB-EC47-B427-5BF0A993F11C}" type="pres">
      <dgm:prSet presAssocID="{2398F5B4-CBA3-CE4F-A343-87E8AB077614}" presName="sibTrans" presStyleCnt="0"/>
      <dgm:spPr/>
    </dgm:pt>
    <dgm:pt modelId="{347A9F30-1806-DE48-9FBF-55E6A8BABB55}" type="pres">
      <dgm:prSet presAssocID="{FDE74685-4D76-B34D-A754-D5646CD812D3}" presName="node" presStyleLbl="node1" presStyleIdx="1" presStyleCnt="5" custScaleY="95572">
        <dgm:presLayoutVars>
          <dgm:bulletEnabled val="1"/>
        </dgm:presLayoutVars>
      </dgm:prSet>
      <dgm:spPr/>
    </dgm:pt>
    <dgm:pt modelId="{B1558199-7418-2A46-B703-AAE33D86AE3D}" type="pres">
      <dgm:prSet presAssocID="{FD438077-3E6C-0542-9D82-71318921E987}" presName="sibTrans" presStyleCnt="0"/>
      <dgm:spPr/>
    </dgm:pt>
    <dgm:pt modelId="{3DDB6B87-99B0-6F43-987D-8822F6061829}" type="pres">
      <dgm:prSet presAssocID="{316970BC-F8CF-C746-9E16-B97F64A9E495}" presName="node" presStyleLbl="node1" presStyleIdx="2" presStyleCnt="5" custScaleY="72555">
        <dgm:presLayoutVars>
          <dgm:bulletEnabled val="1"/>
        </dgm:presLayoutVars>
      </dgm:prSet>
      <dgm:spPr/>
    </dgm:pt>
    <dgm:pt modelId="{46B9A350-1348-724A-8D08-5A475140A7EA}" type="pres">
      <dgm:prSet presAssocID="{8D406154-42E0-7C45-B9F2-31E5C686A327}" presName="sibTrans" presStyleCnt="0"/>
      <dgm:spPr/>
    </dgm:pt>
    <dgm:pt modelId="{7AD3A308-5569-E140-9EBE-ADA167DBF472}" type="pres">
      <dgm:prSet presAssocID="{71AB6223-C88D-D540-AB19-5729AD0779AE}" presName="node" presStyleLbl="node1" presStyleIdx="3" presStyleCnt="5" custScaleY="42007">
        <dgm:presLayoutVars>
          <dgm:bulletEnabled val="1"/>
        </dgm:presLayoutVars>
      </dgm:prSet>
      <dgm:spPr/>
    </dgm:pt>
    <dgm:pt modelId="{AD0DE308-4F9E-CA48-BEB4-68223E96ECCE}" type="pres">
      <dgm:prSet presAssocID="{F0C4C291-2F08-E24C-A325-F0EB0709AF6C}" presName="sibTrans" presStyleCnt="0"/>
      <dgm:spPr/>
    </dgm:pt>
    <dgm:pt modelId="{53C4042A-3D4A-CC4C-A69A-A46951D534CC}" type="pres">
      <dgm:prSet presAssocID="{6CA85FEF-BA65-E947-81C2-1367391DA97C}" presName="node" presStyleLbl="node1" presStyleIdx="4" presStyleCnt="5" custScaleX="117457" custScaleY="49096">
        <dgm:presLayoutVars>
          <dgm:bulletEnabled val="1"/>
        </dgm:presLayoutVars>
      </dgm:prSet>
      <dgm:spPr/>
    </dgm:pt>
  </dgm:ptLst>
  <dgm:cxnLst>
    <dgm:cxn modelId="{7B08C103-74E2-AC4D-951C-604D8ABF1C69}" srcId="{FDE74685-4D76-B34D-A754-D5646CD812D3}" destId="{96B76B5D-DF34-7949-9D9A-7FD255B81499}" srcOrd="3" destOrd="0" parTransId="{918B601F-1478-EA48-8812-88BFDB4D2813}" sibTransId="{4C667181-8926-B74E-97EC-AD0596DABE18}"/>
    <dgm:cxn modelId="{8D3D5605-4A3D-CF49-83FB-CC39CDA0459E}" type="presOf" srcId="{6CA85FEF-BA65-E947-81C2-1367391DA97C}" destId="{53C4042A-3D4A-CC4C-A69A-A46951D534CC}" srcOrd="0" destOrd="0" presId="urn:microsoft.com/office/officeart/2005/8/layout/default"/>
    <dgm:cxn modelId="{AF3DE707-9D72-604F-8512-C51B0D7AD0EF}" srcId="{6CA85FEF-BA65-E947-81C2-1367391DA97C}" destId="{8BB78BB9-3615-4A43-B6A1-4B1FE35B7F97}" srcOrd="1" destOrd="0" parTransId="{655FCFB0-7471-E34B-989A-E34D13224BFB}" sibTransId="{34AFA9A9-6634-5047-A8C1-9679856FA591}"/>
    <dgm:cxn modelId="{E855C310-01C8-5A43-9DD6-EBED56FB40FA}" srcId="{316970BC-F8CF-C746-9E16-B97F64A9E495}" destId="{B5FC93F9-BE18-B84D-8A80-08DAAE10194D}" srcOrd="1" destOrd="0" parTransId="{58A65AF8-5BAE-C744-AC28-53C97F2A2C6C}" sibTransId="{5316C939-B5AF-9340-B942-7454D60A8D5E}"/>
    <dgm:cxn modelId="{59A28D1B-5D88-BD42-857F-63817A3E61E1}" type="presOf" srcId="{35973D75-92D1-7140-A631-3C6DB7AC4336}" destId="{3DDB6B87-99B0-6F43-987D-8822F6061829}" srcOrd="0" destOrd="3" presId="urn:microsoft.com/office/officeart/2005/8/layout/default"/>
    <dgm:cxn modelId="{857E971E-6EC4-5842-A40D-E489DC3FB785}" type="presOf" srcId="{C2524D90-6D1C-5F4D-B56F-D9C9E1C1C5B1}" destId="{4986A6DC-5C77-774D-BC0F-E5CCDE497312}" srcOrd="0" destOrd="3" presId="urn:microsoft.com/office/officeart/2005/8/layout/default"/>
    <dgm:cxn modelId="{6A8E3923-CA1F-9040-9819-C94FF7F215C3}" type="presOf" srcId="{1EEE5591-6D7E-DF46-9FEB-933A5A060A69}" destId="{3DDB6B87-99B0-6F43-987D-8822F6061829}" srcOrd="0" destOrd="4" presId="urn:microsoft.com/office/officeart/2005/8/layout/default"/>
    <dgm:cxn modelId="{2DBDA22B-94AC-FC4F-8031-E2BD75F18F0D}" srcId="{71AB6223-C88D-D540-AB19-5729AD0779AE}" destId="{04EE0E72-ADBC-3C41-BF9D-C6ADC86D2EBD}" srcOrd="0" destOrd="0" parTransId="{1D233E9D-170C-2D4D-B32C-A45DB1DA7A07}" sibTransId="{04830EB3-EC0F-774B-A489-43782030204C}"/>
    <dgm:cxn modelId="{894EF42C-2E44-2C4A-9E82-17F1B57AD3FE}" srcId="{316970BC-F8CF-C746-9E16-B97F64A9E495}" destId="{1EEE5591-6D7E-DF46-9FEB-933A5A060A69}" srcOrd="3" destOrd="0" parTransId="{2CA42510-88B1-684D-B2F3-46FA32BB1A4B}" sibTransId="{83572717-30F6-524F-B5A0-B8BA0CD04DDB}"/>
    <dgm:cxn modelId="{D7C6D231-CCA0-C840-B9B0-CBD9CA864115}" srcId="{FDE74685-4D76-B34D-A754-D5646CD812D3}" destId="{9BACEBA4-178E-0B45-AF20-265E54FE3A33}" srcOrd="5" destOrd="0" parTransId="{5223F888-820E-794D-8DA7-BD1868284828}" sibTransId="{3C251B88-9F1A-6A4A-84E2-1D38F8A9963C}"/>
    <dgm:cxn modelId="{93AB3435-FB3B-3B4A-BCA1-02215D6DDF25}" type="presOf" srcId="{9BACEBA4-178E-0B45-AF20-265E54FE3A33}" destId="{347A9F30-1806-DE48-9FBF-55E6A8BABB55}" srcOrd="0" destOrd="6" presId="urn:microsoft.com/office/officeart/2005/8/layout/default"/>
    <dgm:cxn modelId="{57929136-C852-2347-ABAE-D8B15BE36BC0}" srcId="{FDE74685-4D76-B34D-A754-D5646CD812D3}" destId="{82490B4E-042A-4445-9BFE-BE0902FD66DF}" srcOrd="1" destOrd="0" parTransId="{361B152D-2E12-2747-8979-AA0C86A9E781}" sibTransId="{79EC8EFD-51AE-344A-848B-3187A4771504}"/>
    <dgm:cxn modelId="{BE9A153B-66DE-104D-89ED-BD85EBD824E2}" srcId="{E4CE2A2D-C11C-7643-A939-441BE0CFB0FF}" destId="{316970BC-F8CF-C746-9E16-B97F64A9E495}" srcOrd="2" destOrd="0" parTransId="{E4085862-D95A-9E43-A6C7-2680A4BB7635}" sibTransId="{8D406154-42E0-7C45-B9F2-31E5C686A327}"/>
    <dgm:cxn modelId="{319E1743-98D3-994C-8A84-FFF9D7FB9864}" srcId="{226806BD-E944-1249-BF8B-E434ADBAE721}" destId="{0B1F9CD0-909C-0E42-838D-9780C97A1DB5}" srcOrd="0" destOrd="0" parTransId="{2BDF28FB-9B60-6C4D-9600-6F21FDA1B6A7}" sibTransId="{29CE62D4-F899-6245-AD91-FE65F0168725}"/>
    <dgm:cxn modelId="{B94B514A-7BAB-ED40-81E2-2AA8BE0B2322}" type="presOf" srcId="{F9FECA84-0DDB-294E-AD18-ECA8412E5848}" destId="{7AD3A308-5569-E140-9EBE-ADA167DBF472}" srcOrd="0" destOrd="2" presId="urn:microsoft.com/office/officeart/2005/8/layout/default"/>
    <dgm:cxn modelId="{A2400C4C-B2B3-C94D-B901-2B76BF002C8E}" type="presOf" srcId="{71AB6223-C88D-D540-AB19-5729AD0779AE}" destId="{7AD3A308-5569-E140-9EBE-ADA167DBF472}" srcOrd="0" destOrd="0" presId="urn:microsoft.com/office/officeart/2005/8/layout/default"/>
    <dgm:cxn modelId="{3896154C-13F0-3540-B905-D16ECA15B37A}" type="presOf" srcId="{89FB4A48-C707-B440-B99B-998009B7A904}" destId="{3DDB6B87-99B0-6F43-987D-8822F6061829}" srcOrd="0" destOrd="1" presId="urn:microsoft.com/office/officeart/2005/8/layout/default"/>
    <dgm:cxn modelId="{62CA134D-137D-EF49-8002-B29701A1D02B}" type="presOf" srcId="{6E9A5C1D-A0AC-3949-AE78-5E248D5C7524}" destId="{347A9F30-1806-DE48-9FBF-55E6A8BABB55}" srcOrd="0" destOrd="5" presId="urn:microsoft.com/office/officeart/2005/8/layout/default"/>
    <dgm:cxn modelId="{246A1A4F-4320-AB47-BD51-EE0AD8506B8A}" srcId="{6CA85FEF-BA65-E947-81C2-1367391DA97C}" destId="{75530F35-6061-4F42-A3CE-DE3C6BC99EFD}" srcOrd="2" destOrd="0" parTransId="{2132457D-1C4D-6844-A9BB-DAAB4F7D7DEF}" sibTransId="{B78203FC-357E-004D-8B97-59FD10E65196}"/>
    <dgm:cxn modelId="{C86C4259-687F-9048-A761-45B49953117F}" srcId="{316970BC-F8CF-C746-9E16-B97F64A9E495}" destId="{35973D75-92D1-7140-A631-3C6DB7AC4336}" srcOrd="2" destOrd="0" parTransId="{61CA3F77-E11D-5346-A902-BC914D65A58D}" sibTransId="{187CDE84-2C85-7642-A784-33E3ECCB601F}"/>
    <dgm:cxn modelId="{DF47065B-D8D9-9043-9E71-86700DCF9A53}" type="presOf" srcId="{00981226-5866-B848-8C05-C5208AC2ADD1}" destId="{53C4042A-3D4A-CC4C-A69A-A46951D534CC}" srcOrd="0" destOrd="1" presId="urn:microsoft.com/office/officeart/2005/8/layout/default"/>
    <dgm:cxn modelId="{B727165C-CA17-1044-A14C-E1E736269B5F}" srcId="{E4CE2A2D-C11C-7643-A939-441BE0CFB0FF}" destId="{226806BD-E944-1249-BF8B-E434ADBAE721}" srcOrd="0" destOrd="0" parTransId="{1AA03334-E927-B441-9DBB-6BDD673B37DC}" sibTransId="{2398F5B4-CBA3-CE4F-A343-87E8AB077614}"/>
    <dgm:cxn modelId="{B83D175F-F709-1F43-A6CF-05ECC1B3ADBE}" srcId="{FDE74685-4D76-B34D-A754-D5646CD812D3}" destId="{6E9A5C1D-A0AC-3949-AE78-5E248D5C7524}" srcOrd="4" destOrd="0" parTransId="{5130B0BD-D2BD-AE43-9FD8-A698CB7ED67E}" sibTransId="{B317C0C2-2B10-E44B-A8A2-340931CF86B7}"/>
    <dgm:cxn modelId="{7309A06A-FE21-BF42-9B85-192996774E80}" srcId="{FDE74685-4D76-B34D-A754-D5646CD812D3}" destId="{B85E31A5-6579-864C-99A1-350044D41CD7}" srcOrd="0" destOrd="0" parTransId="{9C925613-890A-5F4C-89BC-CC2240953226}" sibTransId="{916507EB-EB01-9847-BA83-7C7D0A7B3FD3}"/>
    <dgm:cxn modelId="{4370E67E-9158-2F40-AB18-77D7AF2318B1}" type="presOf" srcId="{0B1F9CD0-909C-0E42-838D-9780C97A1DB5}" destId="{4986A6DC-5C77-774D-BC0F-E5CCDE497312}" srcOrd="0" destOrd="1" presId="urn:microsoft.com/office/officeart/2005/8/layout/default"/>
    <dgm:cxn modelId="{C7004181-BD17-424E-B303-FEC25C1A61CB}" type="presOf" srcId="{FDE74685-4D76-B34D-A754-D5646CD812D3}" destId="{347A9F30-1806-DE48-9FBF-55E6A8BABB55}" srcOrd="0" destOrd="0" presId="urn:microsoft.com/office/officeart/2005/8/layout/default"/>
    <dgm:cxn modelId="{AE580184-2A58-8E47-9A62-2A8BB68D75AB}" srcId="{226806BD-E944-1249-BF8B-E434ADBAE721}" destId="{857E776E-C306-DF42-BA56-F4842E5A42EB}" srcOrd="1" destOrd="0" parTransId="{40E49F44-89D0-A64E-B305-F82212355425}" sibTransId="{B72656E1-861C-C340-A127-999C7FCA6843}"/>
    <dgm:cxn modelId="{DDB9CE84-DA53-814E-A301-F6DA091290A3}" type="presOf" srcId="{82490B4E-042A-4445-9BFE-BE0902FD66DF}" destId="{347A9F30-1806-DE48-9FBF-55E6A8BABB55}" srcOrd="0" destOrd="2" presId="urn:microsoft.com/office/officeart/2005/8/layout/default"/>
    <dgm:cxn modelId="{8F62AC88-2F5D-254D-BB58-AD9EF20FE16C}" srcId="{316970BC-F8CF-C746-9E16-B97F64A9E495}" destId="{89FB4A48-C707-B440-B99B-998009B7A904}" srcOrd="0" destOrd="0" parTransId="{23D4E118-257A-A141-A3C2-EEB25B156900}" sibTransId="{E2E75FE1-20AE-474B-9BD4-874C2E1E7E1D}"/>
    <dgm:cxn modelId="{4093808A-1A4A-5D47-A684-D9713E7C82DA}" type="presOf" srcId="{48C1A8D4-7DD5-6048-9C24-5CB03FCE9C46}" destId="{4986A6DC-5C77-774D-BC0F-E5CCDE497312}" srcOrd="0" destOrd="4" presId="urn:microsoft.com/office/officeart/2005/8/layout/default"/>
    <dgm:cxn modelId="{97D1A391-1F7E-C544-A807-1A2C983D4B81}" type="presOf" srcId="{857E776E-C306-DF42-BA56-F4842E5A42EB}" destId="{4986A6DC-5C77-774D-BC0F-E5CCDE497312}" srcOrd="0" destOrd="2" presId="urn:microsoft.com/office/officeart/2005/8/layout/default"/>
    <dgm:cxn modelId="{A9CCAF96-F22C-C741-929B-BCA1B238CA29}" type="presOf" srcId="{E4CE2A2D-C11C-7643-A939-441BE0CFB0FF}" destId="{B25D3338-1F3F-2544-A599-796559DAB465}" srcOrd="0" destOrd="0" presId="urn:microsoft.com/office/officeart/2005/8/layout/default"/>
    <dgm:cxn modelId="{1D031C9E-1059-1C47-8E64-CB84300C6017}" srcId="{226806BD-E944-1249-BF8B-E434ADBAE721}" destId="{C2524D90-6D1C-5F4D-B56F-D9C9E1C1C5B1}" srcOrd="2" destOrd="0" parTransId="{147E4587-CDDF-D74A-B26B-9A5823F14E38}" sibTransId="{F3A9FED0-6540-9749-BBE1-4ACB4D3946FA}"/>
    <dgm:cxn modelId="{B28E23AD-904A-CC44-B0F3-01A0E404963D}" type="presOf" srcId="{8BB78BB9-3615-4A43-B6A1-4B1FE35B7F97}" destId="{53C4042A-3D4A-CC4C-A69A-A46951D534CC}" srcOrd="0" destOrd="2" presId="urn:microsoft.com/office/officeart/2005/8/layout/default"/>
    <dgm:cxn modelId="{91BA4DAF-7864-AD4C-905A-10935C9CAC79}" type="presOf" srcId="{226806BD-E944-1249-BF8B-E434ADBAE721}" destId="{4986A6DC-5C77-774D-BC0F-E5CCDE497312}" srcOrd="0" destOrd="0" presId="urn:microsoft.com/office/officeart/2005/8/layout/default"/>
    <dgm:cxn modelId="{4E4EA5B3-CF2E-CF4B-AF15-A92F9A530CDD}" type="presOf" srcId="{B85E31A5-6579-864C-99A1-350044D41CD7}" destId="{347A9F30-1806-DE48-9FBF-55E6A8BABB55}" srcOrd="0" destOrd="1" presId="urn:microsoft.com/office/officeart/2005/8/layout/default"/>
    <dgm:cxn modelId="{31A0E3B8-B47D-5B47-866B-297F28679CD8}" type="presOf" srcId="{B5FC93F9-BE18-B84D-8A80-08DAAE10194D}" destId="{3DDB6B87-99B0-6F43-987D-8822F6061829}" srcOrd="0" destOrd="2" presId="urn:microsoft.com/office/officeart/2005/8/layout/default"/>
    <dgm:cxn modelId="{0647E3C2-E565-5B40-B973-8800E5735F5B}" srcId="{71AB6223-C88D-D540-AB19-5729AD0779AE}" destId="{F9FECA84-0DDB-294E-AD18-ECA8412E5848}" srcOrd="1" destOrd="0" parTransId="{BD926507-A588-CC4A-865A-00CD57E398D0}" sibTransId="{6E68DC95-CA2B-5A46-B527-0F3E69C32BB2}"/>
    <dgm:cxn modelId="{8C25F6C3-7F97-124F-AE51-8A6D523F8FF6}" srcId="{6CA85FEF-BA65-E947-81C2-1367391DA97C}" destId="{00981226-5866-B848-8C05-C5208AC2ADD1}" srcOrd="0" destOrd="0" parTransId="{DCEA7DCA-540E-7845-A770-99EE8DA58DF4}" sibTransId="{1342F277-7E35-894E-B5EE-0AB29ACF0F2B}"/>
    <dgm:cxn modelId="{C8C435CA-870A-8140-B375-4C21EA832F3E}" srcId="{E4CE2A2D-C11C-7643-A939-441BE0CFB0FF}" destId="{6CA85FEF-BA65-E947-81C2-1367391DA97C}" srcOrd="4" destOrd="0" parTransId="{F3AAAD1C-1613-5E44-81CD-0AC50D47DA26}" sibTransId="{5AB91BEF-8F88-E34D-B982-348BBCF4A4D4}"/>
    <dgm:cxn modelId="{A1B238CC-DA39-2F49-8DBC-839F10627530}" type="presOf" srcId="{96B76B5D-DF34-7949-9D9A-7FD255B81499}" destId="{347A9F30-1806-DE48-9FBF-55E6A8BABB55}" srcOrd="0" destOrd="4" presId="urn:microsoft.com/office/officeart/2005/8/layout/default"/>
    <dgm:cxn modelId="{56AE7FCF-6210-3F4F-AEB8-BA6D64CBE27D}" srcId="{E4CE2A2D-C11C-7643-A939-441BE0CFB0FF}" destId="{FDE74685-4D76-B34D-A754-D5646CD812D3}" srcOrd="1" destOrd="0" parTransId="{9D5EAC80-F093-7D46-A3F8-DF948BD6DD02}" sibTransId="{FD438077-3E6C-0542-9D82-71318921E987}"/>
    <dgm:cxn modelId="{5DAFE0D2-3C61-BE4A-B723-775A0A0BD59F}" srcId="{FDE74685-4D76-B34D-A754-D5646CD812D3}" destId="{5A1DAA60-1E30-0F46-BF3D-E3B05FFA96E7}" srcOrd="2" destOrd="0" parTransId="{A6D4E918-D8FF-A748-8FA2-9ACE646C8BDE}" sibTransId="{CD686BF2-6F67-D940-B1BE-C53C242D907C}"/>
    <dgm:cxn modelId="{DE3CC7D6-69F9-AB47-AF3C-10D60FC4B1DA}" srcId="{226806BD-E944-1249-BF8B-E434ADBAE721}" destId="{48C1A8D4-7DD5-6048-9C24-5CB03FCE9C46}" srcOrd="3" destOrd="0" parTransId="{2E059340-B129-E947-9992-C8F6638AAD24}" sibTransId="{6B0824A6-291E-994A-9EE9-B05EE7AC2AE1}"/>
    <dgm:cxn modelId="{FCBD5BF5-F08E-BB4D-B864-BADD379F5387}" type="presOf" srcId="{04EE0E72-ADBC-3C41-BF9D-C6ADC86D2EBD}" destId="{7AD3A308-5569-E140-9EBE-ADA167DBF472}" srcOrd="0" destOrd="1" presId="urn:microsoft.com/office/officeart/2005/8/layout/default"/>
    <dgm:cxn modelId="{DAC573F5-903B-D049-908A-EF57BD361A04}" srcId="{E4CE2A2D-C11C-7643-A939-441BE0CFB0FF}" destId="{71AB6223-C88D-D540-AB19-5729AD0779AE}" srcOrd="3" destOrd="0" parTransId="{3A982CE3-4747-134F-A15C-4B8859592FAD}" sibTransId="{F0C4C291-2F08-E24C-A325-F0EB0709AF6C}"/>
    <dgm:cxn modelId="{460FD2F5-B593-4E46-85B0-DA4A1B700B4C}" type="presOf" srcId="{75530F35-6061-4F42-A3CE-DE3C6BC99EFD}" destId="{53C4042A-3D4A-CC4C-A69A-A46951D534CC}" srcOrd="0" destOrd="3" presId="urn:microsoft.com/office/officeart/2005/8/layout/default"/>
    <dgm:cxn modelId="{32674FFA-B1EB-F241-BD7B-2B161CA7BE2A}" type="presOf" srcId="{5A1DAA60-1E30-0F46-BF3D-E3B05FFA96E7}" destId="{347A9F30-1806-DE48-9FBF-55E6A8BABB55}" srcOrd="0" destOrd="3" presId="urn:microsoft.com/office/officeart/2005/8/layout/default"/>
    <dgm:cxn modelId="{0CBE1FFE-B47A-3D4C-8058-DED59390656A}" type="presOf" srcId="{316970BC-F8CF-C746-9E16-B97F64A9E495}" destId="{3DDB6B87-99B0-6F43-987D-8822F6061829}" srcOrd="0" destOrd="0" presId="urn:microsoft.com/office/officeart/2005/8/layout/default"/>
    <dgm:cxn modelId="{A10893B7-D0B5-2645-8426-797ABFF1B24E}" type="presParOf" srcId="{B25D3338-1F3F-2544-A599-796559DAB465}" destId="{4986A6DC-5C77-774D-BC0F-E5CCDE497312}" srcOrd="0" destOrd="0" presId="urn:microsoft.com/office/officeart/2005/8/layout/default"/>
    <dgm:cxn modelId="{D5B7725B-BC73-1145-AD3E-AA91C74409F2}" type="presParOf" srcId="{B25D3338-1F3F-2544-A599-796559DAB465}" destId="{716FB006-FDAB-EC47-B427-5BF0A993F11C}" srcOrd="1" destOrd="0" presId="urn:microsoft.com/office/officeart/2005/8/layout/default"/>
    <dgm:cxn modelId="{38101717-37A6-F746-A4A5-C77DE2F06598}" type="presParOf" srcId="{B25D3338-1F3F-2544-A599-796559DAB465}" destId="{347A9F30-1806-DE48-9FBF-55E6A8BABB55}" srcOrd="2" destOrd="0" presId="urn:microsoft.com/office/officeart/2005/8/layout/default"/>
    <dgm:cxn modelId="{AD148C8F-18A8-404B-83F0-FFFF8D453ED2}" type="presParOf" srcId="{B25D3338-1F3F-2544-A599-796559DAB465}" destId="{B1558199-7418-2A46-B703-AAE33D86AE3D}" srcOrd="3" destOrd="0" presId="urn:microsoft.com/office/officeart/2005/8/layout/default"/>
    <dgm:cxn modelId="{4A65CF10-89A7-8341-BF7C-F74087E87D17}" type="presParOf" srcId="{B25D3338-1F3F-2544-A599-796559DAB465}" destId="{3DDB6B87-99B0-6F43-987D-8822F6061829}" srcOrd="4" destOrd="0" presId="urn:microsoft.com/office/officeart/2005/8/layout/default"/>
    <dgm:cxn modelId="{79339501-706F-9245-970E-E02AF109B8C9}" type="presParOf" srcId="{B25D3338-1F3F-2544-A599-796559DAB465}" destId="{46B9A350-1348-724A-8D08-5A475140A7EA}" srcOrd="5" destOrd="0" presId="urn:microsoft.com/office/officeart/2005/8/layout/default"/>
    <dgm:cxn modelId="{6F2FBF66-1B8C-6F42-962F-AAA7D2CDA671}" type="presParOf" srcId="{B25D3338-1F3F-2544-A599-796559DAB465}" destId="{7AD3A308-5569-E140-9EBE-ADA167DBF472}" srcOrd="6" destOrd="0" presId="urn:microsoft.com/office/officeart/2005/8/layout/default"/>
    <dgm:cxn modelId="{20BD36F4-D421-804C-9617-9876C25D147C}" type="presParOf" srcId="{B25D3338-1F3F-2544-A599-796559DAB465}" destId="{AD0DE308-4F9E-CA48-BEB4-68223E96ECCE}" srcOrd="7" destOrd="0" presId="urn:microsoft.com/office/officeart/2005/8/layout/default"/>
    <dgm:cxn modelId="{0BB07121-8A69-6045-9E02-237ED5850E0D}" type="presParOf" srcId="{B25D3338-1F3F-2544-A599-796559DAB465}" destId="{53C4042A-3D4A-CC4C-A69A-A46951D534CC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986A6DC-5C77-774D-BC0F-E5CCDE497312}">
      <dsp:nvSpPr>
        <dsp:cNvPr id="0" name=""/>
        <dsp:cNvSpPr/>
      </dsp:nvSpPr>
      <dsp:spPr>
        <a:xfrm>
          <a:off x="0" y="1267454"/>
          <a:ext cx="3809999" cy="1380423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Asset Management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55000 series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PAS 55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ISO19650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GS1</a:t>
          </a:r>
        </a:p>
      </dsp:txBody>
      <dsp:txXfrm>
        <a:off x="0" y="1267454"/>
        <a:ext cx="3809999" cy="1380423"/>
      </dsp:txXfrm>
    </dsp:sp>
    <dsp:sp modelId="{347A9F30-1806-DE48-9FBF-55E6A8BABB55}">
      <dsp:nvSpPr>
        <dsp:cNvPr id="0" name=""/>
        <dsp:cNvSpPr/>
      </dsp:nvSpPr>
      <dsp:spPr>
        <a:xfrm>
          <a:off x="4191000" y="865278"/>
          <a:ext cx="3809999" cy="21847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Identification &amp; Classification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81346 (RDS)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KKS, RDS-PP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ECLASS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UNSPSC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15926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CFIHOS</a:t>
          </a:r>
        </a:p>
      </dsp:txBody>
      <dsp:txXfrm>
        <a:off x="4191000" y="865278"/>
        <a:ext cx="3809999" cy="2184775"/>
      </dsp:txXfrm>
    </dsp:sp>
    <dsp:sp modelId="{3DDB6B87-99B0-6F43-987D-8822F6061829}">
      <dsp:nvSpPr>
        <dsp:cNvPr id="0" name=""/>
        <dsp:cNvSpPr/>
      </dsp:nvSpPr>
      <dsp:spPr>
        <a:xfrm>
          <a:off x="8382000" y="1128362"/>
          <a:ext cx="3809999" cy="1658607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Equipment &amp; Data Model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8000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61987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13584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62714</a:t>
          </a:r>
        </a:p>
      </dsp:txBody>
      <dsp:txXfrm>
        <a:off x="8382000" y="1128362"/>
        <a:ext cx="3809999" cy="1658607"/>
      </dsp:txXfrm>
    </dsp:sp>
    <dsp:sp modelId="{7AD3A308-5569-E140-9EBE-ADA167DBF472}">
      <dsp:nvSpPr>
        <dsp:cNvPr id="0" name=""/>
        <dsp:cNvSpPr/>
      </dsp:nvSpPr>
      <dsp:spPr>
        <a:xfrm>
          <a:off x="1762944" y="3512081"/>
          <a:ext cx="3809999" cy="96028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Maintenance &amp; Reliability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ISO 14224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IEC 60300</a:t>
          </a:r>
        </a:p>
      </dsp:txBody>
      <dsp:txXfrm>
        <a:off x="1762944" y="3512081"/>
        <a:ext cx="3809999" cy="960280"/>
      </dsp:txXfrm>
    </dsp:sp>
    <dsp:sp modelId="{53C4042A-3D4A-CC4C-A69A-A46951D534CC}">
      <dsp:nvSpPr>
        <dsp:cNvPr id="0" name=""/>
        <dsp:cNvSpPr/>
      </dsp:nvSpPr>
      <dsp:spPr>
        <a:xfrm>
          <a:off x="5953944" y="3431054"/>
          <a:ext cx="4475111" cy="1122334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t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Industry-specific technical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ASME BPVC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DNV</a:t>
          </a:r>
        </a:p>
        <a:p>
          <a:pPr marL="114300" lvl="1" indent="-114300" algn="l" defTabSz="6223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400" kern="1200" dirty="0"/>
            <a:t>IEEE</a:t>
          </a:r>
        </a:p>
      </dsp:txBody>
      <dsp:txXfrm>
        <a:off x="5953944" y="3431054"/>
        <a:ext cx="4475111" cy="112233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9975238A-E77C-4161-8153-559CAAFF08D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C63C429-307D-46CA-9A12-06D8698F75D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E2EF3F-42B8-4B9D-A37E-11A4D443AA0D}" type="datetimeFigureOut">
              <a:rPr lang="en-US" sz="1050" smtClean="0"/>
              <a:t>2/11/26</a:t>
            </a:fld>
            <a:endParaRPr lang="en-US" sz="1050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965EB52-C1D0-4343-AE68-5103D2F419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sz="1050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96198C1-5F95-4924-98B6-9E9A0B40AE6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en-US" sz="1050" b="1" dirty="0"/>
              <a:t>Handout</a:t>
            </a:r>
            <a:r>
              <a:rPr lang="en-US" sz="1050" dirty="0"/>
              <a:t> </a:t>
            </a:r>
            <a:fld id="{FE9D864B-9634-41E7-BDAB-3BBEEED548E4}" type="slidenum">
              <a:rPr lang="en-US" sz="1050" smtClean="0"/>
              <a:t>‹Nº›</a:t>
            </a:fld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75360003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000"/>
            </a:lvl1pPr>
          </a:lstStyle>
          <a:p>
            <a:fld id="{B121E240-E9EA-40DE-8EFF-BE00DCAC0262}" type="datetimeFigureOut">
              <a:rPr lang="en-US" noProof="0" smtClean="0"/>
              <a:pPr/>
              <a:t>2/11/26</a:t>
            </a:fld>
            <a:endParaRPr lang="en-US" noProof="0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9394" y="4925407"/>
            <a:ext cx="6145276" cy="4029879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en-US" noProof="0"/>
              <a:t>Formatvorlagen des Textmasters bearbeiten</a:t>
            </a:r>
          </a:p>
          <a:p>
            <a:pPr lvl="1"/>
            <a:r>
              <a:rPr lang="en-US" noProof="0"/>
              <a:t>Zweite Ebene</a:t>
            </a:r>
          </a:p>
          <a:p>
            <a:pPr lvl="2"/>
            <a:r>
              <a:rPr lang="en-US" noProof="0"/>
              <a:t>Dritte Ebene</a:t>
            </a:r>
          </a:p>
          <a:p>
            <a:pPr lvl="3"/>
            <a:r>
              <a:rPr lang="en-US" noProof="0"/>
              <a:t>Vierte Ebene</a:t>
            </a:r>
          </a:p>
          <a:p>
            <a:pPr lvl="4"/>
            <a:r>
              <a:rPr lang="en-US" noProof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000"/>
            </a:lvl1pPr>
          </a:lstStyle>
          <a:p>
            <a:endParaRPr lang="en-US" noProof="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000"/>
            </a:lvl1pPr>
          </a:lstStyle>
          <a:p>
            <a:r>
              <a:rPr lang="en-US" b="1" noProof="0" dirty="0"/>
              <a:t>Notice </a:t>
            </a:r>
            <a:fld id="{84EE17C3-51E0-4A9C-B3A8-E6548E6A9E95}" type="slidenum">
              <a:rPr lang="en-US" noProof="0" smtClean="0"/>
              <a:pPr/>
              <a:t>‹Nº›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314762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10000"/>
      </a:lnSpc>
      <a:spcAft>
        <a:spcPts val="30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18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36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54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720000" indent="-180000" algn="l" defTabSz="914400" rtl="0" eaLnBrk="1" latinLnBrk="0" hangingPunct="1">
      <a:lnSpc>
        <a:spcPct val="110000"/>
      </a:lnSpc>
      <a:spcAft>
        <a:spcPts val="300"/>
      </a:spcAft>
      <a:buFont typeface="Wingdings" panose="05000000000000000000" pitchFamily="2" charset="2"/>
      <a:buChar char="§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378338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884357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8D006-3F15-1F9C-6FB2-33A97FDA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E2CC949-94B5-A6EA-280B-13FBD3DD36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CF8C6B3-97CC-181E-DBB8-9B59E33DBB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1675101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D4D862-F632-9CF9-D8F8-8CA48D3715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FC70C10-CC19-FD2B-4D31-131D36D39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29DBF95-FA17-403F-CF64-02062B4828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37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CD17-8D2A-3577-3602-42EF470DB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3DE2E75-4212-682B-7929-EECAC47394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F3F6B17-F79C-B03A-B134-955E32E3C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42925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42DB2-2DE2-4D5A-98B0-D2E268080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AF31837-AD46-BEEF-8B9A-6026C1D7B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A350C2A-B1CE-1D32-EF18-4E5CD89AC7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05121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173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05666-38C8-8BCA-58BE-EE77063EF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A54B9B2-03FD-4453-639F-3C7DB72E6D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0C9E91F-3A2E-5B9F-7D33-395115879F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76619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8F630-1E22-6956-D5A4-0F95217F7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625D693-6C97-1016-3CA9-53AA0E3DBF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5A725BD-2B77-FF38-25F4-2842A10A9F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50143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AB3E5-624B-DFAF-71B7-68AD0FE44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0EB6F-776A-AC56-0010-C850D632FE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43F38375-E118-B02D-D667-7BE028B017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68233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EC728-9153-FB04-E758-129C69657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F23AA27-0E68-0E50-AF09-D464F97D53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0F0722E-7397-E5A1-C912-7F8B92FE7C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99737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1602F-128A-E5B4-6D20-35D4331A5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774DCB0-085A-8D71-12CD-FB749BC614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E3D34875-C127-D2E9-29E5-8F7F625F28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goal</a:t>
            </a:r>
            <a:r>
              <a:rPr lang="es-ES" dirty="0"/>
              <a:t>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this</a:t>
            </a:r>
            <a:r>
              <a:rPr lang="es-ES" dirty="0"/>
              <a:t> </a:t>
            </a:r>
            <a:r>
              <a:rPr lang="es-ES" dirty="0" err="1"/>
              <a:t>slide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to</a:t>
            </a:r>
            <a:r>
              <a:rPr lang="es-ES" dirty="0"/>
              <a:t> set up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stage</a:t>
            </a:r>
            <a:r>
              <a:rPr lang="es-ES" dirty="0"/>
              <a:t> </a:t>
            </a:r>
            <a:r>
              <a:rPr lang="es-ES" dirty="0" err="1"/>
              <a:t>describing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current</a:t>
            </a:r>
            <a:r>
              <a:rPr lang="es-ES" dirty="0"/>
              <a:t> </a:t>
            </a:r>
            <a:r>
              <a:rPr lang="es-ES" dirty="0" err="1"/>
              <a:t>situation</a:t>
            </a:r>
            <a:r>
              <a:rPr lang="es-ES" dirty="0"/>
              <a:t>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tool</a:t>
            </a:r>
            <a:r>
              <a:rPr lang="es-ES" dirty="0"/>
              <a:t> data </a:t>
            </a:r>
            <a:r>
              <a:rPr lang="es-ES" dirty="0" err="1"/>
              <a:t>models</a:t>
            </a:r>
            <a:r>
              <a:rPr lang="es-ES" dirty="0"/>
              <a:t>/</a:t>
            </a:r>
            <a:r>
              <a:rPr lang="es-ES" dirty="0" err="1"/>
              <a:t>ontologies</a:t>
            </a:r>
            <a:r>
              <a:rPr lang="es-ES" dirty="0"/>
              <a:t>.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,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problems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140505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97BDDB-4157-EDDE-8EEC-0B2365C55A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91747-86F2-C0A8-8862-D240413F47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B3301D-AD03-EE2C-3560-4B0214484D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315215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95F05-2FC5-300A-E716-36694B5DE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FDC091-EB89-55F2-D2BA-73E31FD43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D26963-B6E0-27C7-0483-50F978A7C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57687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4E99A-4667-1E88-215C-092C66F2C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FABB30-1BB8-466A-471A-2DDA56A5D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93E05A2-F9F2-9465-7D36-46F6835386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9627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3DC8D-5952-A510-2D57-1C7DF04B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6FCE9A-0396-FA27-63F5-B939B290F0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A695BF-148B-990E-3AD4-B6BF608050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71870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36CD2-AACE-075C-D168-C1C79A12A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F00475-72FC-D655-3377-1C695F076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91290-90CB-A8DA-4B3F-FC53161BAC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2263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2C2C-C715-C7F0-2009-92432B61B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1802-2671-B235-1ECE-7AFB9D873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ACDBF7-B30C-CDEF-C79D-1E18FA031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060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BB03E-02F5-2A65-0069-34C3C1FB6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C48119-F508-5E78-6AB0-ECCF5F3F2D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7BE509-FA76-03EE-F284-5E7A3618F5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7796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75DC40-BCFC-FBF7-61FC-86498F716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09F42B-0B36-FCFD-5AC9-228AE6ACF2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EF99B1-CC70-473D-66BC-2849305DB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4476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6A6027-445E-869F-BB88-37AC662B52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F57BCA-D76F-87E6-762A-0F6B26210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E46F86-8896-4AD7-E14C-DB65872C2F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982079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48EFC-4FAE-E485-2064-552BEC071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AC038C-8078-F1BF-0A9F-7783F8A4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23E8B4-A0AB-93ED-1381-877777763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61775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DCD69-3C8B-F866-93C4-00AD533E39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48DDA8-6F95-F7ED-6C5B-086958C1D6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161656-4588-1F41-3041-CB228CB1DA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81668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F4937D-864A-5DB0-F6B3-B628FA1E6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7C51F2-5864-041D-9267-4E252D8D3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772A0C-8D76-00A0-868B-FBA8A94364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139460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847363-E6B8-5B53-533D-C64F18753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28A12E-C604-6A1D-7A39-C59375E9B0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E04E0-E0F6-C36F-235A-0D1F599A77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22928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B84E8-E810-C0FF-F8B5-255A3C51AF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667E20-21D4-20FC-7FA7-506CD0693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E677AD-3790-873B-23BB-28964B884F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162206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67B4A-A854-333C-B2E0-D1481C71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5088AE-9B16-D007-66B6-1A42564F29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8F64DB-481B-A998-E343-BB59AA3F3D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42495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7EDA40-4422-6F1E-3EC3-BFB4E95A27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F9320-0543-9F4D-B1CE-EE85BAF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638AC8-7F58-4F32-8D39-235CDA9B34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307799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9AFEDC-83AD-351A-864C-388D2743E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317FED-7257-0FC1-F73D-6634540BFA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07A1C-4B74-C440-3BA1-F2D54AB95F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344991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EB777-1C9F-650A-AB8F-20730DC72A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594F93-7848-87BA-7AF4-768B76905A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F6CA5-8660-1197-B457-300FA395B6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860117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9825FF-A04E-F112-F1D1-D00E84C13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91CF90-0F86-25D2-C91C-E99F37042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69077E-247F-9C23-A51C-8DBA92D954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31458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E4457-665A-B431-59D3-B52A74501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75CB5B-27B8-6358-91E9-771AD89FEF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3E181-9FF7-1B55-5A86-5CDB0C4250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216243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1296E-3452-7159-EA41-CE30FE3A53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EC8D-AD1B-8C25-D116-F6CE553E42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5175E62-0E66-3D3E-D5B5-A96B95C7CB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564667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72007-414B-4617-6EBE-5B9FE3D77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744B8B-7D04-FD70-E7EE-D2EE18468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02EE06-7A3D-6E10-5484-C6CC75714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607853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8D765-E697-34E1-2DEF-76874B3A7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197DE3-F25B-1290-71C7-552C4D4B70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5A006-33BF-926F-7431-DDF1CBDD3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19561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ECE3E9-5BEF-4746-4671-F792622455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F5FCC6-2BEF-57A6-3430-6FC0C06138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86AB68-F065-D3C0-A011-0BAB4080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484467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BC1DA-B639-DE03-123C-4A6C4BCAB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071059-E1EE-9049-2E48-C680903535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8F7FFD-7B1A-0991-F7AA-4EE060EC3A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50120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B081F-D34E-941F-82BB-63EA3D65E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CD51F-F057-842B-3A48-54F2004217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9B38E-C6F5-3591-CD74-088FF7E843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3395829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3845BB-116B-3BF7-47CB-4588592D2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A91415-700B-0A24-E056-4C3891B631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66ABE1-F998-21F4-F9C6-C2A8CBAE61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717593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6144FE-018F-D1C6-333E-431DAE290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505D85-0E7F-AF0A-D2E8-E850DCAA5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224A0F-DE5C-19AC-ECF4-8EAA38BED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57055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2C0930-4461-29F4-3858-3D4925F8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045BD20-87FA-EB4D-C4BA-4370B0115D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012DD-560B-F129-8372-FFA9C5429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10271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02230-7B93-31BE-694A-D333ED85F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E33DD0-D8C6-E056-BE12-917C4461B1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FE44D3-ECBC-8289-C389-CE0BEACB94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39776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DE775-6163-2C61-F22F-756336E473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BC4BE8-DBD3-9BE7-2639-FE80C506B2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80FB85-49F1-E272-0BB1-81841850C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586189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D8702-9A02-F3BA-9F35-3B1A59B3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AD3F7-50CD-7912-8A55-5DE9A9F72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CFD35C-573F-1DE1-1319-D24BC244FF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385309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1B362D-A5BF-BDAA-0184-A043B2409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89EE34-8331-3FD4-E81F-159FAB5FE3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A5CD6C-FFE0-7FA3-73FE-C60E015F5B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163790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E4D5B-6E9C-AA0F-749F-C87D190F8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64EEF4-79E5-EF83-2358-6EB45A32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7A5AD4-D18E-AE85-A5E5-00F06E9C48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712044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81EB-626C-B5C5-88A1-64B1134AC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5EB6C-A282-7958-C82A-0A727E974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AA5996-54D4-85B5-85F1-7E065A803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536879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6C847-D031-CE4F-8C7B-B7762FB21F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BB0140-AE0D-DF9F-EF9D-56F9288D5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47D7BC-71EF-AF0C-0887-5A6F7CA605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22966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6BB7F-2FA8-5D88-352C-4494897B5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A397EB-872F-0F7A-3656-F6AFA9CA0A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3822EF-36D9-D9EE-50FA-72E02E5238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9328981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4565B-3BA2-DA0B-66F5-3C575B2E1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347737C-78A8-8B65-C4E5-D9BDFF59B0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AF2F5DE-37DB-2B59-7523-27783450ED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81119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EC542-6B3A-F1E6-2935-5752B7FCC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80D78-DA3A-F4F1-9626-F86EEB1AE0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7E967-D652-EA62-C601-ABDBF60A2B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45762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1DE24-615D-1EA4-B17C-CBCE32FE9D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43F7B-5A87-0B4C-AE1E-2B3912C532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B5D49-3D87-9533-BBB1-AA735668F4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This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competency</a:t>
            </a:r>
            <a:r>
              <a:rPr lang="de-DE" dirty="0"/>
              <a:t> </a:t>
            </a:r>
            <a:r>
              <a:rPr lang="de-DE" dirty="0" err="1"/>
              <a:t>question</a:t>
            </a:r>
            <a:r>
              <a:rPr lang="de-DE" dirty="0"/>
              <a:t> </a:t>
            </a:r>
            <a:r>
              <a:rPr lang="de-DE" dirty="0" err="1"/>
              <a:t>driving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044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color fill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de-DE" dirty="0"/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 userDrawn="1">
            <p:ph type="subTitle" idx="1" hasCustomPrompt="1"/>
          </p:nvPr>
        </p:nvSpPr>
        <p:spPr>
          <a:xfrm>
            <a:off x="627064" y="4528800"/>
            <a:ext cx="8207374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</a:t>
            </a:r>
            <a:fld id="{FA55B69A-C81D-4450-9F46-4A8AAD724BD7}" type="datetimeyyyy">
              <a:rPr lang="en-US" smtClean="0"/>
              <a:t>2022</a:t>
            </a:fld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90BFF75D-E167-4A8F-8F4D-52E752967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Ins="482400"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License statement">
            <a:extLst>
              <a:ext uri="{FF2B5EF4-FFF2-40B4-BE49-F238E27FC236}">
                <a16:creationId xmlns:a16="http://schemas.microsoft.com/office/drawing/2014/main" id="{C0045C3A-1F21-44D0-8D93-8AC33A04C18C}"/>
              </a:ext>
            </a:extLst>
          </p:cNvPr>
          <p:cNvSpPr txBox="1"/>
          <p:nvPr userDrawn="1"/>
        </p:nvSpPr>
        <p:spPr>
          <a:xfrm>
            <a:off x="627063" y="6526800"/>
            <a:ext cx="5468936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9" name="Logo">
            <a:extLst>
              <a:ext uri="{FF2B5EF4-FFF2-40B4-BE49-F238E27FC236}">
                <a16:creationId xmlns:a16="http://schemas.microsoft.com/office/drawing/2014/main" id="{F7B15AB2-8F54-442E-99E5-20BEAD71AF0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86258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title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4D270123-9201-40C9-8724-1647E9A0C8F8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27063" y="1414800"/>
            <a:ext cx="8207375" cy="3114000"/>
          </a:xfrm>
        </p:spPr>
        <p:txBody>
          <a:bodyPr lIns="0" tIns="0" bIns="0" anchor="b"/>
          <a:lstStyle>
            <a:lvl1pPr algn="l">
              <a:defRPr sz="4400">
                <a:solidFill>
                  <a:schemeClr val="accent2"/>
                </a:solidFill>
              </a:defRPr>
            </a:lvl1pPr>
          </a:lstStyle>
          <a:p>
            <a:r>
              <a:rPr lang="en-US" noProof="0" dirty="0"/>
              <a:t>Chapter divider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6800291B-8951-48A6-AA08-05DDABDCE8A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7064" y="4528800"/>
            <a:ext cx="8208000" cy="899252"/>
          </a:xfrm>
        </p:spPr>
        <p:txBody>
          <a:bodyPr lIns="0" tIns="108000" anchor="t">
            <a:noAutofit/>
          </a:bodyPr>
          <a:lstStyle>
            <a:lvl1pPr marL="0" indent="0" algn="l">
              <a:buNone/>
              <a:defRPr sz="1500" b="0">
                <a:solidFill>
                  <a:schemeClr val="accent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Presenter of presentation,</a:t>
            </a:r>
            <a:br>
              <a:rPr lang="en-US" dirty="0"/>
            </a:br>
            <a:r>
              <a:rPr lang="en-US" dirty="0"/>
              <a:t>English, Month 2020</a:t>
            </a:r>
          </a:p>
        </p:txBody>
      </p:sp>
      <p:sp>
        <p:nvSpPr>
          <p:cNvPr id="7" name="License statement">
            <a:extLst>
              <a:ext uri="{FF2B5EF4-FFF2-40B4-BE49-F238E27FC236}">
                <a16:creationId xmlns:a16="http://schemas.microsoft.com/office/drawing/2014/main" id="{D0DCD031-C87D-4337-8B6F-81915A0662B8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6" name="Logo">
            <a:extLst>
              <a:ext uri="{FF2B5EF4-FFF2-40B4-BE49-F238E27FC236}">
                <a16:creationId xmlns:a16="http://schemas.microsoft.com/office/drawing/2014/main" id="{4774ED4C-2CE3-4F97-9292-1D483D04AB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  <p:sp>
        <p:nvSpPr>
          <p:cNvPr id="9" name="Date">
            <a:extLst>
              <a:ext uri="{FF2B5EF4-FFF2-40B4-BE49-F238E27FC236}">
                <a16:creationId xmlns:a16="http://schemas.microsoft.com/office/drawing/2014/main" id="{02F576C2-5736-47C9-A523-350891820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0" name="Footer">
            <a:extLst>
              <a:ext uri="{FF2B5EF4-FFF2-40B4-BE49-F238E27FC236}">
                <a16:creationId xmlns:a16="http://schemas.microsoft.com/office/drawing/2014/main" id="{AF96D2D8-40D0-45A6-B369-AE3FA38EB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1" name="Slide Number">
            <a:extLst>
              <a:ext uri="{FF2B5EF4-FFF2-40B4-BE49-F238E27FC236}">
                <a16:creationId xmlns:a16="http://schemas.microsoft.com/office/drawing/2014/main" id="{B6172687-BB82-40EA-8381-3219890EE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023569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41ED7A8-59A7-4A1B-85AB-660A43EF3AB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Table"/>
          <p:cNvSpPr>
            <a:spLocks noGrp="1"/>
          </p:cNvSpPr>
          <p:nvPr>
            <p:ph type="tbl" sz="quarter" idx="10" hasCustomPrompt="1"/>
          </p:nvPr>
        </p:nvSpPr>
        <p:spPr>
          <a:xfrm>
            <a:off x="627062" y="1522800"/>
            <a:ext cx="8208000" cy="4644575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05D9AD02-F2A5-4B6B-9801-AB8446AD13F0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4E3B1BBC-6FDD-40A2-B8A7-A0CE458D5C7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EBE12D5-0EE0-49EE-9AAC-99012B68D65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1949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Index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ble of contents">
            <a:extLst>
              <a:ext uri="{FF2B5EF4-FFF2-40B4-BE49-F238E27FC236}">
                <a16:creationId xmlns:a16="http://schemas.microsoft.com/office/drawing/2014/main" id="{C310531E-0CC7-4528-B1E6-9F819FD0E0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noProof="0" dirty="0"/>
              <a:t>Table of contents</a:t>
            </a:r>
            <a:endParaRPr lang="en-US" dirty="0"/>
          </a:p>
        </p:txBody>
      </p:sp>
      <p:sp>
        <p:nvSpPr>
          <p:cNvPr id="4" name="Chapter 1">
            <a:extLst>
              <a:ext uri="{FF2B5EF4-FFF2-40B4-BE49-F238E27FC236}">
                <a16:creationId xmlns:a16="http://schemas.microsoft.com/office/drawing/2014/main" id="{3EF4C540-3305-446C-B3A6-5230FE8E1E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7063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4" name="Chapter 2">
            <a:extLst>
              <a:ext uri="{FF2B5EF4-FFF2-40B4-BE49-F238E27FC236}">
                <a16:creationId xmlns:a16="http://schemas.microsoft.com/office/drawing/2014/main" id="{F65B1E50-0024-482D-BD5A-7064672F6AC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930732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5" name="Chapter 3">
            <a:extLst>
              <a:ext uri="{FF2B5EF4-FFF2-40B4-BE49-F238E27FC236}">
                <a16:creationId xmlns:a16="http://schemas.microsoft.com/office/drawing/2014/main" id="{8AC85E50-79A3-4CC2-85A0-1E361742F5E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234400" y="1703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6" name="Chapter 4">
            <a:extLst>
              <a:ext uri="{FF2B5EF4-FFF2-40B4-BE49-F238E27FC236}">
                <a16:creationId xmlns:a16="http://schemas.microsoft.com/office/drawing/2014/main" id="{6AEF1AD1-4DDB-4DBA-8C94-A0DA12F1A0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7063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7" name="Chapter 5">
            <a:extLst>
              <a:ext uri="{FF2B5EF4-FFF2-40B4-BE49-F238E27FC236}">
                <a16:creationId xmlns:a16="http://schemas.microsoft.com/office/drawing/2014/main" id="{018C79BC-8598-41F5-B6E1-0DB86A5FC94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2930732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18" name="Chapter 6">
            <a:extLst>
              <a:ext uri="{FF2B5EF4-FFF2-40B4-BE49-F238E27FC236}">
                <a16:creationId xmlns:a16="http://schemas.microsoft.com/office/drawing/2014/main" id="{92BB5C0A-7CAC-4620-92E5-253BEFF2D667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234400" y="3862388"/>
            <a:ext cx="2160000" cy="2016000"/>
          </a:xfrm>
        </p:spPr>
        <p:txBody>
          <a:bodyPr lIns="180000" tIns="108000"/>
          <a:lstStyle>
            <a:lvl1pPr>
              <a:lnSpc>
                <a:spcPct val="90000"/>
              </a:lnSpc>
              <a:spcAft>
                <a:spcPts val="1500"/>
              </a:spcAft>
              <a:defRPr sz="7200" b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0" indent="0">
              <a:buNone/>
              <a:defRPr b="1"/>
            </a:lvl2pPr>
            <a:lvl3pPr marL="0" indent="0">
              <a:buNone/>
              <a:defRPr/>
            </a:lvl3pPr>
          </a:lstStyle>
          <a:p>
            <a:pPr lvl="0"/>
            <a:r>
              <a:rPr lang="en-US" noProof="0" dirty="0"/>
              <a:t>No.</a:t>
            </a:r>
          </a:p>
          <a:p>
            <a:pPr lvl="1"/>
            <a:r>
              <a:rPr lang="en-US" noProof="0" dirty="0"/>
              <a:t>Chapter</a:t>
            </a:r>
          </a:p>
          <a:p>
            <a:pPr lvl="2"/>
            <a:r>
              <a:rPr lang="en-US" noProof="0" dirty="0"/>
              <a:t>Topic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6A5D931A-87EE-408E-B2A3-FD7B7C6070F3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B3BD2DF-8D30-46C8-9FE7-ED978C91143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7AC3B7-3986-4C69-9332-614AC3C9741C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60905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F0A4C4D-EAF6-4487-9B40-402A18318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6423D4E-37B3-465D-B8AB-963908D7C5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95EFF28-920F-4123-9A1D-AC0C87103F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5" name="Slide Number">
            <a:extLst>
              <a:ext uri="{FF2B5EF4-FFF2-40B4-BE49-F238E27FC236}">
                <a16:creationId xmlns:a16="http://schemas.microsoft.com/office/drawing/2014/main" id="{D4C38ED2-4959-4663-AD0B-454C9B49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8012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ree Content color fi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">
            <a:extLst>
              <a:ext uri="{FF2B5EF4-FFF2-40B4-BE49-F238E27FC236}">
                <a16:creationId xmlns:a16="http://schemas.microsoft.com/office/drawing/2014/main" id="{0A44E71F-B859-4008-8A5B-83A328EBFCDD}"/>
              </a:ext>
            </a:extLst>
          </p:cNvPr>
          <p:cNvSpPr/>
          <p:nvPr userDrawn="1"/>
        </p:nvSpPr>
        <p:spPr bwMode="ltGray">
          <a:xfrm>
            <a:off x="0" y="1414800"/>
            <a:ext cx="12191999" cy="47529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ED8BA2A0-402B-4423-B445-CE1431A1C1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E8363801-B1CB-4180-97D2-8D68C50580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9306F7E6-F1EC-40EA-A37E-72B236F27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C26FBB2-B0F3-410E-B84E-0F9162FED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1905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ackground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1999" cy="4752975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C7ACECF9-920E-4760-B49D-8F2920649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988AC905-B409-4246-9393-5C84F7C23853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E5120A33-1DEB-443A-BAEE-D5F8502F479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C20893F1-71B6-4467-B610-C984E5265923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96336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ingle large image without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Image">
            <a:extLst>
              <a:ext uri="{FF2B5EF4-FFF2-40B4-BE49-F238E27FC236}">
                <a16:creationId xmlns:a16="http://schemas.microsoft.com/office/drawing/2014/main" id="{A6102796-3A6D-4504-AE4D-6DAD764461A5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414800"/>
            <a:ext cx="12192000" cy="5443199"/>
          </a:xfrm>
        </p:spPr>
        <p:txBody>
          <a:bodyPr lIns="626400" tIns="252000" rIns="144000" bIns="252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BD694A34-C7CA-48AB-8D23-B8EABFB08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">
            <a:extLst>
              <a:ext uri="{FF2B5EF4-FFF2-40B4-BE49-F238E27FC236}">
                <a16:creationId xmlns:a16="http://schemas.microsoft.com/office/drawing/2014/main" id="{214280F5-6A9D-4DFD-980C-9B97D6F4A07B}"/>
              </a:ext>
            </a:extLst>
          </p:cNvPr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23AA84DB-39EF-4A65-AB5F-3953F53DA61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37EAA400-B447-409F-83CA-388B06549439}"/>
              </a:ext>
            </a:extLst>
          </p:cNvPr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76953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larg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396FC1D-DB7A-4E51-83A7-D7995F9EE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F4D466CD-6377-49FA-AD25-05B4AA7D51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8ED6595D-05AD-49F6-A5F9-ECCC081A0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329F9B4-DB87-42EB-B543-F4F171DE8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8842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8B06B150-A340-4F73-9FE5-4507B59B84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0202DEF8-718C-4287-9D9D-B4C30F80B6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B37D02A0-AB3F-4119-819A-41369D15D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00920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object (small)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A07FC25-F4AA-44AB-A199-BEA168878E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691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Date">
            <a:extLst>
              <a:ext uri="{FF2B5EF4-FFF2-40B4-BE49-F238E27FC236}">
                <a16:creationId xmlns:a16="http://schemas.microsoft.com/office/drawing/2014/main" id="{EE3EA041-C63B-4A42-ABDE-DF11802AB9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7" name="Footer">
            <a:extLst>
              <a:ext uri="{FF2B5EF4-FFF2-40B4-BE49-F238E27FC236}">
                <a16:creationId xmlns:a16="http://schemas.microsoft.com/office/drawing/2014/main" id="{13AA83A9-9350-46B4-97AA-064192382A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4CAC2FD-0518-4E03-9837-AD02CF984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4" name="License statement">
            <a:extLst>
              <a:ext uri="{FF2B5EF4-FFF2-40B4-BE49-F238E27FC236}">
                <a16:creationId xmlns:a16="http://schemas.microsoft.com/office/drawing/2014/main" id="{8A8BFD76-D6D8-4CF7-9953-B1C9C522963C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4DD39686-C426-4B02-B953-AC0AC4016A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1969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53AF9F3-C036-494E-93A9-EEB85375F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112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48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B07A695-5717-44CA-9F83-55036C6561E4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1C230EC-278F-446C-9170-18A458D712F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425176A5-A5F4-4F2F-8A6D-59AC594B45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452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, two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6F8B4D2-6F05-469C-8BE4-52BAC6D34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4752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Image 1">
            <a:extLst>
              <a:ext uri="{FF2B5EF4-FFF2-40B4-BE49-F238E27FC236}">
                <a16:creationId xmlns:a16="http://schemas.microsoft.com/office/drawing/2014/main" id="{1F47DA09-C1B9-4F79-811C-47680DD13F06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42049" y="1414800"/>
            <a:ext cx="5472000" cy="2305049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8" name="Image 2">
            <a:extLst>
              <a:ext uri="{FF2B5EF4-FFF2-40B4-BE49-F238E27FC236}">
                <a16:creationId xmlns:a16="http://schemas.microsoft.com/office/drawing/2014/main" id="{B62DCAC0-0A0A-4FD1-9E6A-DFB48F5EAA1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242049" y="3862725"/>
            <a:ext cx="5472000" cy="2305050"/>
          </a:xfrm>
        </p:spPr>
        <p:txBody>
          <a:bodyPr lIns="144000" tIns="144000" rIns="144000" bIns="144000" anchor="b" anchorCtr="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4E543721-8831-48CC-B606-5925CAE98B5F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F2ACE9A3-D4AE-49E4-8C10-4112461BA54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148B46F9-F8BF-4ABE-9FA4-DCA7A617D479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11631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C7ECFA6D-1332-4048-BA8C-6F8F3DE9B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-1" y="1414800"/>
            <a:ext cx="8834437" cy="2305050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" y="3862800"/>
            <a:ext cx="8834437" cy="2305049"/>
          </a:xfrm>
        </p:spPr>
        <p:txBody>
          <a:bodyPr lIns="62640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7FE8F4E1-E9EC-4939-AE23-647A6FB041DA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DF798382-165E-461B-8B86-28535E2D9F5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93691E0C-BB60-4E26-824A-C288BC751E57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5655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A4DED40-DA39-4014-8DEE-94AA5379A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414800"/>
            <a:ext cx="3600000" cy="4752974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A0A90FE7-4B89-4E13-9D98-27BA1B1E9202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2045F045-C538-4895-BDB6-C8829DD4252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94A82F2-37F7-4998-BC2F-836230F2ADC1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48454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s,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E041062-6E58-45A3-B6A1-92507B3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4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1798"/>
            <a:ext cx="3600000" cy="1584000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Image 1">
            <a:extLst>
              <a:ext uri="{FF2B5EF4-FFF2-40B4-BE49-F238E27FC236}">
                <a16:creationId xmlns:a16="http://schemas.microsoft.com/office/drawing/2014/main" id="{D7FB36E4-9D48-40F9-8766-C9A9EB70724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06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Image 2">
            <a:extLst>
              <a:ext uri="{FF2B5EF4-FFF2-40B4-BE49-F238E27FC236}">
                <a16:creationId xmlns:a16="http://schemas.microsoft.com/office/drawing/2014/main" id="{DB7AA95A-85B0-4FB5-A5A1-EA4243663C9F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370614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Image 3">
            <a:extLst>
              <a:ext uri="{FF2B5EF4-FFF2-40B4-BE49-F238E27FC236}">
                <a16:creationId xmlns:a16="http://schemas.microsoft.com/office/drawing/2014/main" id="{5530F297-3088-4E70-982A-604343177BD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14163" y="3285275"/>
            <a:ext cx="3600000" cy="2593238"/>
          </a:xfrm>
        </p:spPr>
        <p:txBody>
          <a:bodyPr lIns="144000" tIns="144000" rIns="144000" bIns="144000"/>
          <a:lstStyle>
            <a:lvl1pPr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DE3108B-A216-4DA7-9338-AAF1A8EB5784}"/>
              </a:ext>
            </a:extLst>
          </p:cNvPr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6" name="Footer">
            <a:extLst>
              <a:ext uri="{FF2B5EF4-FFF2-40B4-BE49-F238E27FC236}">
                <a16:creationId xmlns:a16="http://schemas.microsoft.com/office/drawing/2014/main" id="{C4B32CDA-0795-4097-91E9-EDAB88EEFAE4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8B8DB116-37AD-4364-A2CB-827090D33A8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9049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022" userDrawn="1">
          <p15:clr>
            <a:srgbClr val="009999"/>
          </p15:clr>
        </p15:guide>
        <p15:guide id="2" pos="5112" userDrawn="1">
          <p15:clr>
            <a:srgbClr val="009999"/>
          </p15:clr>
        </p15:guide>
        <p15:guide id="4" pos="2753" userDrawn="1">
          <p15:clr>
            <a:srgbClr val="009999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0AC4C64-3556-4D13-9B77-531CC35C5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py 1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4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7" name="Copy 2">
            <a:extLst>
              <a:ext uri="{FF2B5EF4-FFF2-40B4-BE49-F238E27FC236}">
                <a16:creationId xmlns:a16="http://schemas.microsoft.com/office/drawing/2014/main" id="{CF25AA35-A10D-4021-80D5-F4E01F03217D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42050" y="1414800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3">
            <a:extLst>
              <a:ext uri="{FF2B5EF4-FFF2-40B4-BE49-F238E27FC236}">
                <a16:creationId xmlns:a16="http://schemas.microsoft.com/office/drawing/2014/main" id="{7AD2072B-7BD2-4A0D-8491-4973B658502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27063" y="3862388"/>
            <a:ext cx="5472112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Copy 4">
            <a:extLst>
              <a:ext uri="{FF2B5EF4-FFF2-40B4-BE49-F238E27FC236}">
                <a16:creationId xmlns:a16="http://schemas.microsoft.com/office/drawing/2014/main" id="{5ABA1728-CE60-4862-A32A-3E1550DB810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242050" y="3862388"/>
            <a:ext cx="5472000" cy="2305049"/>
          </a:xfrm>
        </p:spPr>
        <p:txBody>
          <a:bodyPr lIns="0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0" name="Date">
            <a:extLst>
              <a:ext uri="{FF2B5EF4-FFF2-40B4-BE49-F238E27FC236}">
                <a16:creationId xmlns:a16="http://schemas.microsoft.com/office/drawing/2014/main" id="{A3742653-AE37-47FB-AE49-976C52333AC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11" name="Footer">
            <a:extLst>
              <a:ext uri="{FF2B5EF4-FFF2-40B4-BE49-F238E27FC236}">
                <a16:creationId xmlns:a16="http://schemas.microsoft.com/office/drawing/2014/main" id="{A347A68C-4EF6-44A9-BE5F-AE478829ABCD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12" name="Slide Number">
            <a:extLst>
              <a:ext uri="{FF2B5EF4-FFF2-40B4-BE49-F238E27FC236}">
                <a16:creationId xmlns:a16="http://schemas.microsoft.com/office/drawing/2014/main" id="{D5B74C08-E41F-493C-8EBA-332C20964B6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8334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9754322-9D76-4652-BA00-A16E0E8BC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546893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868800" y="1702800"/>
            <a:ext cx="4845363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C008F2F6-C7B9-474D-A835-70B414DBF246}"/>
              </a:ext>
            </a:extLst>
          </p:cNvPr>
          <p:cNvCxnSpPr>
            <a:cxnSpLocks/>
          </p:cNvCxnSpPr>
          <p:nvPr userDrawn="1"/>
        </p:nvCxnSpPr>
        <p:spPr>
          <a:xfrm>
            <a:off x="624205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53BB17B-DF78-41BF-B949-AD447D2EBDED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36592C8F-6ACB-4C3B-8C80-CD9DBF9199BE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EFF82A80-BB50-424E-8C86-F53C1198EFA8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01917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4326">
          <p15:clr>
            <a:srgbClr val="009999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F3C362A-A909-40CB-9FA2-3D71780075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6098400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48384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724799" y="1702800"/>
            <a:ext cx="4989364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945534F-26F4-40FC-A374-867BAF248298}"/>
              </a:ext>
            </a:extLst>
          </p:cNvPr>
          <p:cNvCxnSpPr>
            <a:cxnSpLocks/>
          </p:cNvCxnSpPr>
          <p:nvPr userDrawn="1"/>
        </p:nvCxnSpPr>
        <p:spPr>
          <a:xfrm>
            <a:off x="6098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69DE58CD-DCA3-4372-9499-BC2AF624E040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064354F4-44F9-4FE8-B80B-3808052C4E5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07A022-5FF0-4A57-A4DC-D65A2617A45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0964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4235">
          <p15:clr>
            <a:srgbClr val="009999"/>
          </p15:clr>
        </p15:guide>
        <p15:guide id="4" pos="3445">
          <p15:clr>
            <a:srgbClr val="009999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1DA0C482-E794-471B-86E8-8B4BC6FE0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88" y="1702800"/>
            <a:ext cx="6861175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62319831-E8B2-4E7D-830F-1800765CACA7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Date">
            <a:extLst>
              <a:ext uri="{FF2B5EF4-FFF2-40B4-BE49-F238E27FC236}">
                <a16:creationId xmlns:a16="http://schemas.microsoft.com/office/drawing/2014/main" id="{0F282734-C06A-4363-B29D-65D58B4A65E5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8" name="Footer">
            <a:extLst>
              <a:ext uri="{FF2B5EF4-FFF2-40B4-BE49-F238E27FC236}">
                <a16:creationId xmlns:a16="http://schemas.microsoft.com/office/drawing/2014/main" id="{C4C5FDB2-CAED-45FA-B6FE-998F171B85CF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 dirty="0"/>
              <a:t>Restricted © Siemens Energy, 2022 | Author, Department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74137C71-A93E-4F9A-9E08-B4D2EEF9976E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676014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2482">
          <p15:clr>
            <a:srgbClr val="009999"/>
          </p15:clr>
        </p15:guide>
        <p15:guide id="3" pos="3057">
          <p15:clr>
            <a:srgbClr val="009999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06C2C1-E8E5-4190-B0E4-8D8FC817B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25925" y="1"/>
            <a:ext cx="7488238" cy="141446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Copy 1">
            <a:extLst>
              <a:ext uri="{FF2B5EF4-FFF2-40B4-BE49-F238E27FC236}">
                <a16:creationId xmlns:a16="http://schemas.microsoft.com/office/drawing/2014/main" id="{756262E2-8F38-4C0F-A3F9-8F59D3EABB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27063" y="1702800"/>
            <a:ext cx="3312000" cy="4464050"/>
          </a:xfrm>
        </p:spPr>
        <p:txBody>
          <a:bodyPr lIns="0"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Copy 2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852990" y="1702800"/>
            <a:ext cx="6861174" cy="4464050"/>
          </a:xfrm>
        </p:spPr>
        <p:txBody>
          <a:bodyPr lIns="0"/>
          <a:lstStyle>
            <a:lvl1pPr>
              <a:defRPr/>
            </a:lvl1pPr>
            <a:lvl2pPr>
              <a:buClr>
                <a:schemeClr val="accent2"/>
              </a:buClr>
              <a:defRPr/>
            </a:lvl2pPr>
            <a:lvl3pPr>
              <a:buClr>
                <a:schemeClr val="accent2"/>
              </a:buClr>
              <a:defRPr/>
            </a:lvl3pPr>
            <a:lvl4pPr>
              <a:buClr>
                <a:schemeClr val="accent2"/>
              </a:buClr>
              <a:defRPr/>
            </a:lvl4pPr>
            <a:lvl5pPr>
              <a:buClr>
                <a:schemeClr val="accent2"/>
              </a:buClr>
              <a:defRPr/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0" name="Line 1">
            <a:extLst>
              <a:ext uri="{FF2B5EF4-FFF2-40B4-BE49-F238E27FC236}">
                <a16:creationId xmlns:a16="http://schemas.microsoft.com/office/drawing/2014/main" id="{AECB370A-6892-4FEB-B009-0E06387B008F}"/>
              </a:ext>
            </a:extLst>
          </p:cNvPr>
          <p:cNvCxnSpPr>
            <a:cxnSpLocks/>
          </p:cNvCxnSpPr>
          <p:nvPr userDrawn="1"/>
        </p:nvCxnSpPr>
        <p:spPr>
          <a:xfrm>
            <a:off x="4226400" y="0"/>
            <a:ext cx="0" cy="685800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16200000" scaled="0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F21D61BE-E8F1-4FD1-86A8-C3268A981182}"/>
              </a:ext>
            </a:extLst>
          </p:cNvPr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en-US" dirty="0"/>
              <a:t>YYYY-MM-DD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A7D4F777-418F-44E1-8D5E-EDA9FD6F4980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0B81C37E-C43A-46E8-A071-6789FEE40063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8643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2481">
          <p15:clr>
            <a:srgbClr val="009999"/>
          </p15:clr>
        </p15:guide>
        <p15:guide id="3" pos="3058">
          <p15:clr>
            <a:srgbClr val="009999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artly bleed color area 5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0110D7BC-E7EC-4502-9248-89CD9CF4C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py 1">
            <a:extLst>
              <a:ext uri="{FF2B5EF4-FFF2-40B4-BE49-F238E27FC236}">
                <a16:creationId xmlns:a16="http://schemas.microsoft.com/office/drawing/2014/main" id="{0C7A0882-840F-46D5-B681-43C58151C8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27060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3" name="Copy 2">
            <a:extLst>
              <a:ext uri="{FF2B5EF4-FFF2-40B4-BE49-F238E27FC236}">
                <a16:creationId xmlns:a16="http://schemas.microsoft.com/office/drawing/2014/main" id="{99496BBF-8C93-419A-9711-E1A45A39C74F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370612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14" name="Copy 3">
            <a:extLst>
              <a:ext uri="{FF2B5EF4-FFF2-40B4-BE49-F238E27FC236}">
                <a16:creationId xmlns:a16="http://schemas.microsoft.com/office/drawing/2014/main" id="{F4602EF6-A996-4008-A6E7-BC21522010A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114163" y="1702800"/>
            <a:ext cx="3600000" cy="446405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>
              <a:buClr>
                <a:schemeClr val="accent2"/>
              </a:buClr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>
              <a:buClr>
                <a:schemeClr val="accent2"/>
              </a:buCl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cxnSp>
        <p:nvCxnSpPr>
          <p:cNvPr id="11" name="Line 1">
            <a:extLst>
              <a:ext uri="{FF2B5EF4-FFF2-40B4-BE49-F238E27FC236}">
                <a16:creationId xmlns:a16="http://schemas.microsoft.com/office/drawing/2014/main" id="{2A6E1C9E-FC21-4A3C-94E2-3CF0ABD4DC8A}"/>
              </a:ext>
            </a:extLst>
          </p:cNvPr>
          <p:cNvCxnSpPr>
            <a:cxnSpLocks/>
          </p:cNvCxnSpPr>
          <p:nvPr userDrawn="1"/>
        </p:nvCxnSpPr>
        <p:spPr>
          <a:xfrm>
            <a:off x="-1" y="1414800"/>
            <a:ext cx="12178800" cy="0"/>
          </a:xfrm>
          <a:prstGeom prst="line">
            <a:avLst/>
          </a:prstGeom>
          <a:ln w="19050" cap="rnd">
            <a:gradFill flip="none" rotWithShape="1">
              <a:gsLst>
                <a:gs pos="0">
                  <a:schemeClr val="accent2"/>
                </a:gs>
                <a:gs pos="100000">
                  <a:schemeClr val="accent2">
                    <a:alpha val="5000"/>
                  </a:scheme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">
            <a:extLst>
              <a:ext uri="{FF2B5EF4-FFF2-40B4-BE49-F238E27FC236}">
                <a16:creationId xmlns:a16="http://schemas.microsoft.com/office/drawing/2014/main" id="{39B648A0-2A0F-4E52-8DBE-439A71B60E11}"/>
              </a:ext>
            </a:extLst>
          </p:cNvPr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9AE5312-F0DD-4FCE-B083-EE30A7DD42B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DB9410E7-6BBD-4FA4-BFF2-00F97C78C4D3}"/>
              </a:ext>
            </a:extLst>
          </p:cNvPr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789220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5022">
          <p15:clr>
            <a:srgbClr val="009999"/>
          </p15:clr>
        </p15:guide>
        <p15:guide id="2" pos="5112">
          <p15:clr>
            <a:srgbClr val="009999"/>
          </p15:clr>
        </p15:guide>
        <p15:guide id="4" pos="2753">
          <p15:clr>
            <a:srgbClr val="009999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+ 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29A8A3D2-4732-49AB-8FCF-B07043C386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Contact</a:t>
            </a:r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B1D90D2F-1E41-4D9A-A464-3F2D94D5000C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27063" y="1414800"/>
            <a:ext cx="8207375" cy="4752974"/>
          </a:xfrm>
        </p:spPr>
        <p:txBody>
          <a:bodyPr lIns="0"/>
          <a:lstStyle>
            <a:lvl1pPr>
              <a:spcBef>
                <a:spcPts val="600"/>
              </a:spcBef>
              <a:defRPr baseline="0"/>
            </a:lvl1pPr>
            <a:lvl2pPr marL="0" indent="0">
              <a:spcBef>
                <a:spcPts val="600"/>
              </a:spcBef>
              <a:buNone/>
              <a:defRPr b="1"/>
            </a:lvl2pPr>
            <a:lvl3pPr marL="180000" indent="-180000">
              <a:spcBef>
                <a:spcPts val="600"/>
              </a:spcBef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0" indent="0">
              <a:spcBef>
                <a:spcPts val="1800"/>
              </a:spcBef>
              <a:buNone/>
              <a:defRPr b="1">
                <a:solidFill>
                  <a:schemeClr val="accent2"/>
                </a:solidFill>
              </a:defRPr>
            </a:lvl4pPr>
            <a:lvl5pPr marL="216000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noProof="0" dirty="0"/>
              <a:t>Contact information</a:t>
            </a:r>
          </a:p>
          <a:p>
            <a:pPr lvl="1"/>
            <a:r>
              <a:rPr lang="en-US" noProof="0" dirty="0"/>
              <a:t>First name Last name</a:t>
            </a:r>
          </a:p>
          <a:p>
            <a:pPr lvl="2"/>
            <a:r>
              <a:rPr lang="en-US" noProof="0" dirty="0"/>
              <a:t>Additional information</a:t>
            </a:r>
          </a:p>
          <a:p>
            <a:pPr lvl="3"/>
            <a:r>
              <a:rPr lang="en-US" noProof="0" dirty="0"/>
              <a:t>Optional URL</a:t>
            </a:r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233D85C8-CF20-4055-AD3E-8D3224AA2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6FC7EFC1-F0D1-455A-A591-F44D66A97F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FB527726-0AFE-4617-8E41-6490A9E48C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  <p:sp>
        <p:nvSpPr>
          <p:cNvPr id="10" name="License statement">
            <a:extLst>
              <a:ext uri="{FF2B5EF4-FFF2-40B4-BE49-F238E27FC236}">
                <a16:creationId xmlns:a16="http://schemas.microsoft.com/office/drawing/2014/main" id="{7A9560F1-3DB3-46C0-AE0C-BFB3B1558722}"/>
              </a:ext>
            </a:extLst>
          </p:cNvPr>
          <p:cNvSpPr txBox="1"/>
          <p:nvPr userDrawn="1"/>
        </p:nvSpPr>
        <p:spPr>
          <a:xfrm>
            <a:off x="1692000" y="6526800"/>
            <a:ext cx="4402800" cy="331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/>
            <a:r>
              <a:rPr lang="en-US" sz="1000" b="0" noProof="0" dirty="0">
                <a:solidFill>
                  <a:schemeClr val="accent6"/>
                </a:solidFill>
              </a:rPr>
              <a:t>Siemens Energy is a trademark licensed by Siemens AG.</a:t>
            </a:r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8D4FB85B-6B00-4CB9-9A3F-0DA4223A52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 bwMode="black">
          <a:xfrm>
            <a:off x="10274163" y="468926"/>
            <a:ext cx="1439999" cy="49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26958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832899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F6C5D22-2D05-436C-B3FF-684C0326B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9659938" cy="1414800"/>
          </a:xfrm>
          <a:prstGeom prst="rect">
            <a:avLst/>
          </a:prstGeom>
        </p:spPr>
        <p:txBody>
          <a:bodyPr vert="horz" lIns="626400" tIns="378000" rIns="0" bIns="0" rtlCol="0" anchor="t" anchorCtr="0">
            <a:noAutofit/>
          </a:bodyPr>
          <a:lstStyle/>
          <a:p>
            <a:r>
              <a:rPr lang="en-US" noProof="0"/>
              <a:t>Click to edit Master title style</a:t>
            </a:r>
            <a:endParaRPr lang="en-US" noProof="0" dirty="0"/>
          </a:p>
        </p:txBody>
      </p:sp>
      <p:sp>
        <p:nvSpPr>
          <p:cNvPr id="3" name="Copy">
            <a:extLst>
              <a:ext uri="{FF2B5EF4-FFF2-40B4-BE49-F238E27FC236}">
                <a16:creationId xmlns:a16="http://schemas.microsoft.com/office/drawing/2014/main" id="{93E46A9A-BF3F-41A6-ABFA-1F80C067E1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063" y="1414800"/>
            <a:ext cx="8207375" cy="475297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US" noProof="0" dirty="0"/>
          </a:p>
        </p:txBody>
      </p:sp>
      <p:sp>
        <p:nvSpPr>
          <p:cNvPr id="4" name="Date">
            <a:extLst>
              <a:ext uri="{FF2B5EF4-FFF2-40B4-BE49-F238E27FC236}">
                <a16:creationId xmlns:a16="http://schemas.microsoft.com/office/drawing/2014/main" id="{D74C7C42-A3A4-4EF5-8F4C-CED56F9A80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526800"/>
            <a:ext cx="1692000" cy="331200"/>
          </a:xfrm>
          <a:prstGeom prst="rect">
            <a:avLst/>
          </a:prstGeom>
        </p:spPr>
        <p:txBody>
          <a:bodyPr vert="horz" lIns="626400" tIns="0" rIns="0" bIns="0" rtlCol="0" anchor="t" anchorCtr="0"/>
          <a:lstStyle>
            <a:lvl1pPr algn="l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YYYY-MM-DD</a:t>
            </a:r>
            <a:endParaRPr lang="en-US" dirty="0"/>
          </a:p>
        </p:txBody>
      </p:sp>
      <p:sp>
        <p:nvSpPr>
          <p:cNvPr id="5" name="Footer">
            <a:extLst>
              <a:ext uri="{FF2B5EF4-FFF2-40B4-BE49-F238E27FC236}">
                <a16:creationId xmlns:a16="http://schemas.microsoft.com/office/drawing/2014/main" id="{79BA3395-C3C4-4AD9-BBE4-84EAEC106F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41200" y="6526800"/>
            <a:ext cx="5950800" cy="331200"/>
          </a:xfrm>
          <a:prstGeom prst="rect">
            <a:avLst/>
          </a:prstGeom>
        </p:spPr>
        <p:txBody>
          <a:bodyPr vert="horz" lIns="0" tIns="0" rIns="835200" bIns="0" rtlCol="0" anchor="t" anchorCtr="0"/>
          <a:lstStyle>
            <a:lvl1pPr algn="r">
              <a:defRPr lang="en-US" sz="1000" b="0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r>
              <a:rPr lang="en-US"/>
              <a:t>Restricted © Siemens Energy, 2022 | Author, Department</a:t>
            </a:r>
            <a:endParaRPr lang="en-US" dirty="0"/>
          </a:p>
        </p:txBody>
      </p:sp>
      <p:sp>
        <p:nvSpPr>
          <p:cNvPr id="6" name="Slide Number">
            <a:extLst>
              <a:ext uri="{FF2B5EF4-FFF2-40B4-BE49-F238E27FC236}">
                <a16:creationId xmlns:a16="http://schemas.microsoft.com/office/drawing/2014/main" id="{530CDD11-BF0E-4D45-9874-3249EA232B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364000" y="6526800"/>
            <a:ext cx="828000" cy="331200"/>
          </a:xfrm>
          <a:prstGeom prst="rect">
            <a:avLst/>
          </a:prstGeom>
        </p:spPr>
        <p:txBody>
          <a:bodyPr vert="horz" lIns="0" tIns="0" rIns="482400" bIns="0" rtlCol="0" anchor="t" anchorCtr="0"/>
          <a:lstStyle>
            <a:lvl1pPr algn="r">
              <a:defRPr lang="en-US" sz="10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2E2DECEC-3A9C-44E2-953F-A330CB984FA9}" type="slidenum">
              <a:rPr lang="en-US" smtClean="0"/>
              <a:pPr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6977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662" r:id="rId2"/>
    <p:sldLayoutId id="2147483664" r:id="rId3"/>
    <p:sldLayoutId id="2147483683" r:id="rId4"/>
    <p:sldLayoutId id="2147483665" r:id="rId5"/>
    <p:sldLayoutId id="2147483666" r:id="rId6"/>
    <p:sldLayoutId id="2147483667" r:id="rId7"/>
    <p:sldLayoutId id="2147483668" r:id="rId8"/>
    <p:sldLayoutId id="2147483650" r:id="rId9"/>
    <p:sldLayoutId id="2147483671" r:id="rId10"/>
    <p:sldLayoutId id="2147483700" r:id="rId11"/>
    <p:sldLayoutId id="2147483672" r:id="rId12"/>
    <p:sldLayoutId id="2147483673" r:id="rId13"/>
    <p:sldLayoutId id="2147483675" r:id="rId14"/>
    <p:sldLayoutId id="2147483676" r:id="rId15"/>
    <p:sldLayoutId id="2147483677" r:id="rId16"/>
    <p:sldLayoutId id="2147483678" r:id="rId17"/>
    <p:sldLayoutId id="2147483704" r:id="rId18"/>
    <p:sldLayoutId id="2147483705" r:id="rId19"/>
    <p:sldLayoutId id="2147483706" r:id="rId20"/>
    <p:sldLayoutId id="2147483707" r:id="rId21"/>
    <p:sldLayoutId id="2147483708" r:id="rId22"/>
    <p:sldLayoutId id="2147483679" r:id="rId23"/>
    <p:sldLayoutId id="2147483709" r:id="rId24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buFont typeface="Arial" panose="020B0604020202020204" pitchFamily="34" charset="0"/>
        <a:buNone/>
        <a:defRPr sz="18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95" userDrawn="1">
          <p15:clr>
            <a:srgbClr val="009999"/>
          </p15:clr>
        </p15:guide>
        <p15:guide id="2" pos="2662">
          <p15:clr>
            <a:srgbClr val="009999"/>
          </p15:clr>
        </p15:guide>
        <p15:guide id="3" pos="3842">
          <p15:clr>
            <a:srgbClr val="009999"/>
          </p15:clr>
        </p15:guide>
        <p15:guide id="4" pos="3932">
          <p15:clr>
            <a:srgbClr val="009999"/>
          </p15:clr>
        </p15:guide>
        <p15:guide id="5" pos="5565">
          <p15:clr>
            <a:srgbClr val="009999"/>
          </p15:clr>
        </p15:guide>
        <p15:guide id="6" pos="6087">
          <p15:clr>
            <a:srgbClr val="009999"/>
          </p15:clr>
        </p15:guide>
        <p15:guide id="7" pos="7379">
          <p15:clr>
            <a:srgbClr val="009999"/>
          </p15:clr>
        </p15:guide>
        <p15:guide id="9" orient="horz" pos="891">
          <p15:clr>
            <a:srgbClr val="009999"/>
          </p15:clr>
        </p15:guide>
        <p15:guide id="10" orient="horz" pos="1073">
          <p15:clr>
            <a:srgbClr val="009999"/>
          </p15:clr>
        </p15:guide>
        <p15:guide id="11" orient="horz" pos="2343">
          <p15:clr>
            <a:srgbClr val="009999"/>
          </p15:clr>
        </p15:guide>
        <p15:guide id="12" orient="horz" pos="2433">
          <p15:clr>
            <a:srgbClr val="009999"/>
          </p15:clr>
        </p15:guide>
        <p15:guide id="13" orient="horz" pos="3703">
          <p15:clr>
            <a:srgbClr val="009999"/>
          </p15:clr>
        </p15:guide>
        <p15:guide id="14" orient="horz" pos="3885">
          <p15:clr>
            <a:srgbClr val="009999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4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5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6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4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5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4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9.jp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4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9.jp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39.jp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jp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46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4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4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9F0BE50-B693-E766-F91A-A7FB04CD64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211266" cy="3114000"/>
          </a:xfrm>
        </p:spPr>
        <p:txBody>
          <a:bodyPr/>
          <a:lstStyle/>
          <a:p>
            <a:r>
              <a:rPr lang="en-US" dirty="0"/>
              <a:t>Towards the harmonization of industrial standards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Development of CFIHOS ontology</a:t>
            </a:r>
            <a:br>
              <a:rPr lang="en-US" dirty="0"/>
            </a:br>
            <a:endParaRPr lang="en-US" dirty="0"/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C186C999-CB86-57A1-1CDD-380ED1AF40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</a:t>
            </a:r>
          </a:p>
          <a:p>
            <a:r>
              <a:rPr lang="en-US" dirty="0"/>
              <a:t>Andreas Neumann</a:t>
            </a:r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10347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C7BB-3D0C-7EA9-2119-D87E65DCFF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Industry 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9AFDD94C-939E-8319-4E17-E8BA51183C5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89370074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867656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5342F-89D3-E8A6-4591-92244BCAF0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FED9E8-16B3-81AE-3550-CDBF5C758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b="1" dirty="0"/>
              <a:t>The Ecosystem of </a:t>
            </a:r>
            <a:r>
              <a:rPr lang="en-US" sz="3200" dirty="0"/>
              <a:t>Industry </a:t>
            </a:r>
            <a:r>
              <a:rPr lang="en-US" sz="3200" b="1" dirty="0"/>
              <a:t>Standards</a:t>
            </a: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5520073D-47B7-EC26-C571-EE246222B50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465696286"/>
              </p:ext>
            </p:extLst>
          </p:nvPr>
        </p:nvGraphicFramePr>
        <p:xfrm>
          <a:off x="0" y="1356967"/>
          <a:ext cx="12192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Rectángulo 3">
            <a:extLst>
              <a:ext uri="{FF2B5EF4-FFF2-40B4-BE49-F238E27FC236}">
                <a16:creationId xmlns:a16="http://schemas.microsoft.com/office/drawing/2014/main" id="{F2631C1D-CF23-36F0-8915-32A9CD982DE2}"/>
              </a:ext>
            </a:extLst>
          </p:cNvPr>
          <p:cNvSpPr/>
          <p:nvPr/>
        </p:nvSpPr>
        <p:spPr>
          <a:xfrm>
            <a:off x="3974591" y="1938528"/>
            <a:ext cx="4201301" cy="2718816"/>
          </a:xfrm>
          <a:prstGeom prst="rect">
            <a:avLst/>
          </a:prstGeom>
          <a:noFill/>
          <a:ln w="635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00873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E2DDA2-A6A5-E225-4A46-88365BE04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73C39B6A-6711-6638-9B4D-BE925EAD4404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359A55A8-3F4B-D698-FED7-AF7054108E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CE967C9B-FB35-25B6-9376-9CAABA503E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41625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1E13-23D3-282F-62FC-948BBC137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972F760F-B5BE-C12A-241C-459A315D9CC6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9937A6C-0AEC-61D4-FC7C-34D1328E3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299D942D-C213-E91B-613D-EBA22C9BD1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B22B0B26-BCCA-BB24-37A8-28048F25C04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29953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DF424-1EBB-2DA7-157B-239F7A6EE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50A1D7BB-F622-3862-902D-EDC12C6B3E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054F348B-4866-BF9C-D4AA-96F421E7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A Siemens Energy Centrifugal Pump</a:t>
            </a:r>
          </a:p>
        </p:txBody>
      </p:sp>
      <p:pic>
        <p:nvPicPr>
          <p:cNvPr id="1026" name="Picture 2" descr="Centrifugal Pumps Siemens Motor for RO Water Purifier Bkz ...">
            <a:extLst>
              <a:ext uri="{FF2B5EF4-FFF2-40B4-BE49-F238E27FC236}">
                <a16:creationId xmlns:a16="http://schemas.microsoft.com/office/drawing/2014/main" id="{5AD14D02-6F8B-7618-3212-F8BA2634D5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961" b="9414"/>
          <a:stretch>
            <a:fillRect/>
          </a:stretch>
        </p:blipFill>
        <p:spPr bwMode="auto">
          <a:xfrm>
            <a:off x="4927905" y="1067702"/>
            <a:ext cx="3503527" cy="233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1C5D9994-25B2-859A-2844-DDDFECF8589A}"/>
              </a:ext>
            </a:extLst>
          </p:cNvPr>
          <p:cNvSpPr txBox="1"/>
          <p:nvPr/>
        </p:nvSpPr>
        <p:spPr>
          <a:xfrm>
            <a:off x="103854" y="994855"/>
            <a:ext cx="4259801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Different SE departments and customers use different standards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a shared understanding 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dirty="0"/>
          </a:p>
          <a:p>
            <a:pPr marL="380990" indent="-380990">
              <a:buFont typeface="Arial" panose="020B0604020202020204" pitchFamily="34" charset="0"/>
              <a:buChar char="•"/>
            </a:pPr>
            <a:r>
              <a:rPr lang="en-US" sz="2800" dirty="0"/>
              <a:t>Need for harmonization</a:t>
            </a:r>
          </a:p>
          <a:p>
            <a:pPr marL="380990" indent="-380990">
              <a:buFont typeface="Arial" panose="020B0604020202020204" pitchFamily="34" charset="0"/>
              <a:buChar char="•"/>
            </a:pPr>
            <a:endParaRPr lang="en-US" sz="2800" b="1" dirty="0"/>
          </a:p>
          <a:p>
            <a:endParaRPr lang="en-US" sz="2800" b="1" dirty="0"/>
          </a:p>
        </p:txBody>
      </p:sp>
      <p:pic>
        <p:nvPicPr>
          <p:cNvPr id="6" name="Picture 2" descr="Imagen de salida">
            <a:extLst>
              <a:ext uri="{FF2B5EF4-FFF2-40B4-BE49-F238E27FC236}">
                <a16:creationId xmlns:a16="http://schemas.microsoft.com/office/drawing/2014/main" id="{28A8263C-348E-6F39-767E-6A3024380A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993" b="8605"/>
          <a:stretch>
            <a:fillRect/>
          </a:stretch>
        </p:blipFill>
        <p:spPr bwMode="auto">
          <a:xfrm>
            <a:off x="3632143" y="3329071"/>
            <a:ext cx="6279423" cy="355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717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5CF93DC6-9701-0713-BDC3-690A781760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3831068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BCF4F00-7CD7-A18C-3624-5B0E4B3A2F29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DA1D7E9-E60C-59DF-52AD-0ACB8AEF9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27A7EAFE-E616-2B18-1D13-DBF6E78484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15AFA65-6ACF-655A-AC28-4DDF95F5C0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A9C67510-869A-0C1F-B1AF-180A55FD93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8A13208-2136-29CF-3F7D-D218F05A6FD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D68E5660-8165-F109-805E-570DE1D87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8995A942-2BEE-2796-01F7-8CF769239F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7E3C0276-005F-48A8-A5FE-96A9DA549F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CA831BAF-005D-E965-DDB2-105BCAABD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CB76D3BD-41F9-199A-A400-6053671369E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0D011CEC-014A-1531-149F-E28BB9AA8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A9194044-DADC-D670-65DB-1897541A8C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E716ADF-0133-60E4-C507-B67FDA9D3EF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20BE927-A348-21A2-E752-DA09F80A55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A2997E8F-CF0A-4B88-B530-0B8D8C957C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390CE2CF-F730-4544-909E-DE8E336594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CE02D86-121A-5D01-4ADE-600F571A20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B263AC6-86D1-1DE3-B69C-29A8784FA9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D3917A28-8369-242C-5704-4BB8AAB4DC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B17B4F22-3248-A66A-61F1-03DB29DD95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257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D1D03-8F0A-06FF-F577-F5DAE8B7F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4EE7F50C-6F6B-E7A6-D3A8-88CF903AD0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6435381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F548B96A-66D7-466D-4EDA-1A063BF703F0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4708731C-2512-4B3E-17F4-661005B17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47E919DC-668C-F0E1-BBE9-72B7B8B30D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C38154C9-8C66-BD30-EDD3-9C74982A74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FF877177-5C6B-FC80-178A-5B017DE46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06F64A0F-4E06-68E1-6183-16AE9A07D3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5E6489D0-BF09-F398-9D59-882F80530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ADAE1690-5D67-5C4C-A312-B8A6056929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CC1E9445-946D-6327-67FB-2B509CE65B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527B726C-3C8D-7B1E-C1EB-BC695841B3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03864B29-8514-E822-E099-B527534DDA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A8F8E41F-020F-1818-4B08-E32ECC2C7D5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387FCB1C-594F-F6F6-6497-6AC41B3760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AC96C7CC-107E-08E5-E8D8-F83F6D2112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A26F0E71-BF84-51F8-B4A0-FB2ED5075D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C1E353C9-0D3C-CD45-402E-86609D19B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95ED31CE-1B96-90FA-43DD-BFA271126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1B2FCD58-C9A3-8B0E-CD09-B991E98DF0F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D7836B86-5136-842D-A494-078C7185AD5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6AEE6351-247E-EB49-EB0C-CBAC35D28EA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97FF3707-8037-A81A-6A7C-AC58397D730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A4FD29F9-BE12-4DC3-2039-D41C709CFA7E}"/>
              </a:ext>
            </a:extLst>
          </p:cNvPr>
          <p:cNvSpPr/>
          <p:nvPr/>
        </p:nvSpPr>
        <p:spPr>
          <a:xfrm>
            <a:off x="2364259" y="2316480"/>
            <a:ext cx="3657600" cy="225298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016103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702D2D-13EB-5402-77AB-201E2C859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72DEAE0-C64B-C24C-B777-D986EA438C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1540426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AE6F17BD-DE91-15F0-D9BC-460D3AE82AA0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9894229-CEF2-7954-6C8C-BAE5C2A46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6C6F19C3-1892-568D-BB99-E5411182D4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C82B73BA-106D-4E32-C11C-A542697E81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098784F8-D9D3-7028-1265-FE122603F7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F443CB3B-AE71-CE2F-B61F-78EA32229A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BD6158BD-93AD-C2D7-E0CB-A3874F0F93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46B8167B-BA35-DF59-8479-AC60D7FC03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A694D773-FAB0-E881-61B5-463899BF88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A11A109F-270B-8D34-AAF5-02149D5C6BC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BD8F9EAC-F233-E5F3-E311-02041A956EE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43C8ABC0-F1D8-E15B-8274-C3A956ED37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18253D79-037E-4246-BB5D-F2391080FC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CD8DB306-3CB1-BD0C-89B5-4795475E7E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25BD6DB4-EC87-28AE-FE23-86B8F74CC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99C21C18-0E30-5FE3-0E76-E006625E66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A306A8CA-96B5-0A56-E7A1-B8043C3AAE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B08BF46E-2CE5-3BA6-563D-96599AF1B07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AE9BD5C9-7593-4DB0-93E0-3ADDBBDB59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C6C277FE-584C-834B-D061-835043C28F5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A420E2AA-BB5C-2A6F-D12E-1C045F83F26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773863E7-D98E-336D-08F8-58E2436AE1EA}"/>
              </a:ext>
            </a:extLst>
          </p:cNvPr>
          <p:cNvSpPr/>
          <p:nvPr/>
        </p:nvSpPr>
        <p:spPr>
          <a:xfrm>
            <a:off x="5972163" y="2316480"/>
            <a:ext cx="1439557" cy="225298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430148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A02DA-F66F-483E-6BDB-6B4457EE8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243A60A5-1475-A542-7515-D22226B8F8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12635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0F117CB2-A0BC-B6B2-E0C5-538CC569459F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A3BC2047-5D43-9F5F-4027-B081F7B1C0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0154C144-4436-B9B9-D1DC-EBD19B4E94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F64CB158-7239-9FB4-F52F-01D11450F5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0907D413-4A95-9D2E-FB34-08C9F182D7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BDD5F650-8319-B8F7-3368-32192137F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19339CDD-DF3E-3B3C-3085-B610CF4E8DF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14C42F3B-6ACC-6B9F-A088-30C013343C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0347A6B1-9841-386B-51A6-D1402CA43D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D73BD899-2A23-5768-6191-22211509F8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DEF8146E-D826-280B-9570-419060E929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E47E07E8-373A-F23B-66AC-A286ABA632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3F14E451-34F3-455D-6342-6337DA4B7F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73825065-BE2E-5BDC-9CC2-B73CB2B3F4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7928EAB4-9A1B-73C3-CF36-86F43B0CD0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F1076C90-D645-7E89-D85C-EC68B8B3D7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BAB6A12C-6DBE-D306-1C4D-BC8F047891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A3D7D5B4-9E03-4D7F-6940-6BFEF08BD85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84E53B36-27C3-71A9-8D2D-3F00EE27D6A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450864CB-AF12-FC73-5A13-CD6F1782333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63A24731-6C8D-F5EF-2121-F7F72CC7FD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220DFB3B-0F12-15EC-9EAA-7D108EA38D96}"/>
              </a:ext>
            </a:extLst>
          </p:cNvPr>
          <p:cNvSpPr/>
          <p:nvPr/>
        </p:nvSpPr>
        <p:spPr>
          <a:xfrm>
            <a:off x="7784141" y="2288540"/>
            <a:ext cx="1439557" cy="225298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77193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47480-74C3-8D8C-86E0-1702FD7B8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B118F2D5-5CBB-63AB-9038-E447E0D09B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849289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1361A45B-0A60-5B19-AC69-0AD4CD37CCF7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DBCC8E8B-D9A1-0EF8-B030-22F19FF58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B2331141-28E4-068D-76BA-DD222B8D11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1A6B386D-BC43-71E4-C44F-120C0AF855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DAD3629C-5DA6-58E1-5C43-2D0EFE5BF21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D3381478-C242-24D2-DF5C-8598FCC77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1D71F519-C9E5-360D-7E8C-8B953CA6FB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64BA2101-DA8F-A5F4-5561-A97C5096AD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97751A78-85A6-75FA-468C-477AC113C2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9D5060DB-7709-FF1C-10FC-313C1BBE6E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B0194DE8-4859-2A5D-2ED5-B6DD1E3565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6737AC00-9212-E111-1ADA-F2A6E6DF5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D99521ED-B051-CA9A-1D58-1AF5B4790C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1E5B8E50-1770-D759-B5BF-377180C89F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18C312E0-D7D9-D564-6E26-661B0B18D7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DF38E6C2-CB95-60DA-B8E4-46D34845C10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1EAF2776-8EB5-9219-BFC7-660AB1C91C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743CE541-8670-FA2B-47CC-2BB11238F1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8B7A67BB-FD7F-8358-D415-3404DBA70F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F6EA00A9-69B0-39F9-8C28-14430FC0B2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6E8648C0-4355-7127-9C76-3C73442913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425000A2-514C-D283-9364-5F574E0038ED}"/>
              </a:ext>
            </a:extLst>
          </p:cNvPr>
          <p:cNvSpPr/>
          <p:nvPr/>
        </p:nvSpPr>
        <p:spPr>
          <a:xfrm>
            <a:off x="9671361" y="2302510"/>
            <a:ext cx="1439557" cy="225298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91535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AD6C56-24FB-F9F7-C999-489645022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a 3">
            <a:extLst>
              <a:ext uri="{FF2B5EF4-FFF2-40B4-BE49-F238E27FC236}">
                <a16:creationId xmlns:a16="http://schemas.microsoft.com/office/drawing/2014/main" id="{7E2D13D1-2F42-A66C-670C-E3385F7B34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39317"/>
              </p:ext>
            </p:extLst>
          </p:nvPr>
        </p:nvGraphicFramePr>
        <p:xfrm>
          <a:off x="731520" y="2316480"/>
          <a:ext cx="10728960" cy="222504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88160">
                  <a:extLst>
                    <a:ext uri="{9D8B030D-6E8A-4147-A177-3AD203B41FA5}">
                      <a16:colId xmlns:a16="http://schemas.microsoft.com/office/drawing/2014/main" val="3155589442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487463173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71484656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940037220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2333583298"/>
                    </a:ext>
                  </a:extLst>
                </a:gridCol>
                <a:gridCol w="1788160">
                  <a:extLst>
                    <a:ext uri="{9D8B030D-6E8A-4147-A177-3AD203B41FA5}">
                      <a16:colId xmlns:a16="http://schemas.microsoft.com/office/drawing/2014/main" val="15545915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Product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Location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Properties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267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CFIHOS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7488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KKS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7844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ECLASS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6735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8253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OTC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Hierarchy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Often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407063"/>
                  </a:ext>
                </a:extLst>
              </a:tr>
            </a:tbl>
          </a:graphicData>
        </a:graphic>
      </p:graphicFrame>
      <p:sp>
        <p:nvSpPr>
          <p:cNvPr id="2" name="CuadroTexto 1">
            <a:extLst>
              <a:ext uri="{FF2B5EF4-FFF2-40B4-BE49-F238E27FC236}">
                <a16:creationId xmlns:a16="http://schemas.microsoft.com/office/drawing/2014/main" id="{1E0B5A78-E67D-7342-5AD7-22F2B76B09DD}"/>
              </a:ext>
            </a:extLst>
          </p:cNvPr>
          <p:cNvSpPr txBox="1"/>
          <p:nvPr/>
        </p:nvSpPr>
        <p:spPr>
          <a:xfrm>
            <a:off x="3935186" y="424542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/>
            <a:endParaRPr lang="en-US" dirty="0" err="1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C216CF8E-635F-D4C2-4516-1237F29CA0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"/>
            <a:ext cx="11560628" cy="1414800"/>
          </a:xfrm>
        </p:spPr>
        <p:txBody>
          <a:bodyPr/>
          <a:lstStyle/>
          <a:p>
            <a:r>
              <a:rPr lang="en-US" sz="4000" dirty="0"/>
              <a:t>Common aspects of the standards</a:t>
            </a:r>
          </a:p>
        </p:txBody>
      </p:sp>
      <p:pic>
        <p:nvPicPr>
          <p:cNvPr id="8" name="Gráfico 7" descr="Marca de insignia1 contorno">
            <a:extLst>
              <a:ext uri="{FF2B5EF4-FFF2-40B4-BE49-F238E27FC236}">
                <a16:creationId xmlns:a16="http://schemas.microsoft.com/office/drawing/2014/main" id="{BA10AB18-92C0-D8DE-CACC-C8736DF9DE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2646680"/>
            <a:ext cx="370840" cy="370840"/>
          </a:xfrm>
          <a:prstGeom prst="rect">
            <a:avLst/>
          </a:prstGeom>
        </p:spPr>
      </p:pic>
      <p:pic>
        <p:nvPicPr>
          <p:cNvPr id="9" name="Gráfico 8" descr="Marca de insignia1 contorno">
            <a:extLst>
              <a:ext uri="{FF2B5EF4-FFF2-40B4-BE49-F238E27FC236}">
                <a16:creationId xmlns:a16="http://schemas.microsoft.com/office/drawing/2014/main" id="{564FCAFD-4F4D-22E6-9F46-2A7DAC1E001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058160"/>
            <a:ext cx="370840" cy="370840"/>
          </a:xfrm>
          <a:prstGeom prst="rect">
            <a:avLst/>
          </a:prstGeom>
        </p:spPr>
      </p:pic>
      <p:pic>
        <p:nvPicPr>
          <p:cNvPr id="10" name="Gráfico 9" descr="Marca de insignia1 contorno">
            <a:extLst>
              <a:ext uri="{FF2B5EF4-FFF2-40B4-BE49-F238E27FC236}">
                <a16:creationId xmlns:a16="http://schemas.microsoft.com/office/drawing/2014/main" id="{DDFD314E-C363-6A71-1A72-E1D6340A23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429000"/>
            <a:ext cx="370840" cy="370840"/>
          </a:xfrm>
          <a:prstGeom prst="rect">
            <a:avLst/>
          </a:prstGeom>
        </p:spPr>
      </p:pic>
      <p:pic>
        <p:nvPicPr>
          <p:cNvPr id="11" name="Gráfico 10" descr="Marca de insignia1 contorno">
            <a:extLst>
              <a:ext uri="{FF2B5EF4-FFF2-40B4-BE49-F238E27FC236}">
                <a16:creationId xmlns:a16="http://schemas.microsoft.com/office/drawing/2014/main" id="{57C6765F-96F8-686D-9C64-ED4D6C3EDF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3799840"/>
            <a:ext cx="370840" cy="370840"/>
          </a:xfrm>
          <a:prstGeom prst="rect">
            <a:avLst/>
          </a:prstGeom>
        </p:spPr>
      </p:pic>
      <p:pic>
        <p:nvPicPr>
          <p:cNvPr id="12" name="Gráfico 11" descr="Marca de insignia1 contorno">
            <a:extLst>
              <a:ext uri="{FF2B5EF4-FFF2-40B4-BE49-F238E27FC236}">
                <a16:creationId xmlns:a16="http://schemas.microsoft.com/office/drawing/2014/main" id="{BD4D4858-835F-AD0F-AEF5-D793BF2D71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34640" y="4170680"/>
            <a:ext cx="370840" cy="370840"/>
          </a:xfrm>
          <a:prstGeom prst="rect">
            <a:avLst/>
          </a:prstGeom>
        </p:spPr>
      </p:pic>
      <p:pic>
        <p:nvPicPr>
          <p:cNvPr id="13" name="Gráfico 12" descr="Marca de insignia1 contorno">
            <a:extLst>
              <a:ext uri="{FF2B5EF4-FFF2-40B4-BE49-F238E27FC236}">
                <a16:creationId xmlns:a16="http://schemas.microsoft.com/office/drawing/2014/main" id="{F7E4B0F6-2D9D-6743-466F-5987FCF06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2646680"/>
            <a:ext cx="370840" cy="370840"/>
          </a:xfrm>
          <a:prstGeom prst="rect">
            <a:avLst/>
          </a:prstGeom>
        </p:spPr>
      </p:pic>
      <p:pic>
        <p:nvPicPr>
          <p:cNvPr id="15" name="Gráfico 14" descr="Marca de insignia1 contorno">
            <a:extLst>
              <a:ext uri="{FF2B5EF4-FFF2-40B4-BE49-F238E27FC236}">
                <a16:creationId xmlns:a16="http://schemas.microsoft.com/office/drawing/2014/main" id="{D640AD33-C434-2F92-4DB1-BC322750B9B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017520"/>
            <a:ext cx="370840" cy="370840"/>
          </a:xfrm>
          <a:prstGeom prst="rect">
            <a:avLst/>
          </a:prstGeom>
        </p:spPr>
      </p:pic>
      <p:pic>
        <p:nvPicPr>
          <p:cNvPr id="16" name="Gráfico 15" descr="Marca de insignia1 contorno">
            <a:extLst>
              <a:ext uri="{FF2B5EF4-FFF2-40B4-BE49-F238E27FC236}">
                <a16:creationId xmlns:a16="http://schemas.microsoft.com/office/drawing/2014/main" id="{F2D8209F-3DB6-3542-068E-552C17390F6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411220"/>
            <a:ext cx="370840" cy="370840"/>
          </a:xfrm>
          <a:prstGeom prst="rect">
            <a:avLst/>
          </a:prstGeom>
        </p:spPr>
      </p:pic>
      <p:pic>
        <p:nvPicPr>
          <p:cNvPr id="17" name="Gráfico 16" descr="Marca de insignia1 contorno">
            <a:extLst>
              <a:ext uri="{FF2B5EF4-FFF2-40B4-BE49-F238E27FC236}">
                <a16:creationId xmlns:a16="http://schemas.microsoft.com/office/drawing/2014/main" id="{2CA5617C-5C2C-0144-90FE-106C5B0BD8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31280" y="3782060"/>
            <a:ext cx="370840" cy="370840"/>
          </a:xfrm>
          <a:prstGeom prst="rect">
            <a:avLst/>
          </a:prstGeom>
        </p:spPr>
      </p:pic>
      <p:pic>
        <p:nvPicPr>
          <p:cNvPr id="18" name="Gráfico 17" descr="Marca de insignia1 contorno">
            <a:extLst>
              <a:ext uri="{FF2B5EF4-FFF2-40B4-BE49-F238E27FC236}">
                <a16:creationId xmlns:a16="http://schemas.microsoft.com/office/drawing/2014/main" id="{40674BC6-FEAB-AC08-565F-9085CC9D7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040380"/>
            <a:ext cx="370840" cy="370840"/>
          </a:xfrm>
          <a:prstGeom prst="rect">
            <a:avLst/>
          </a:prstGeom>
        </p:spPr>
      </p:pic>
      <p:pic>
        <p:nvPicPr>
          <p:cNvPr id="19" name="Gráfico 18" descr="Marca de insignia1 contorno">
            <a:extLst>
              <a:ext uri="{FF2B5EF4-FFF2-40B4-BE49-F238E27FC236}">
                <a16:creationId xmlns:a16="http://schemas.microsoft.com/office/drawing/2014/main" id="{55AAAC30-CEF2-E39B-1A3F-A5D52231B4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1360" y="3782060"/>
            <a:ext cx="370840" cy="370840"/>
          </a:xfrm>
          <a:prstGeom prst="rect">
            <a:avLst/>
          </a:prstGeom>
        </p:spPr>
      </p:pic>
      <p:pic>
        <p:nvPicPr>
          <p:cNvPr id="20" name="Gráfico 19" descr="Marca de insignia1 contorno">
            <a:extLst>
              <a:ext uri="{FF2B5EF4-FFF2-40B4-BE49-F238E27FC236}">
                <a16:creationId xmlns:a16="http://schemas.microsoft.com/office/drawing/2014/main" id="{8CAB41DD-79D1-8989-7667-5FD57B9912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2669540"/>
            <a:ext cx="370840" cy="370840"/>
          </a:xfrm>
          <a:prstGeom prst="rect">
            <a:avLst/>
          </a:prstGeom>
        </p:spPr>
      </p:pic>
      <p:pic>
        <p:nvPicPr>
          <p:cNvPr id="21" name="Gráfico 20" descr="Marca de insignia1 contorno">
            <a:extLst>
              <a:ext uri="{FF2B5EF4-FFF2-40B4-BE49-F238E27FC236}">
                <a16:creationId xmlns:a16="http://schemas.microsoft.com/office/drawing/2014/main" id="{E79C4592-99BB-D2E7-9EE0-A7197DCBEDA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411220"/>
            <a:ext cx="370840" cy="370840"/>
          </a:xfrm>
          <a:prstGeom prst="rect">
            <a:avLst/>
          </a:prstGeom>
        </p:spPr>
      </p:pic>
      <p:pic>
        <p:nvPicPr>
          <p:cNvPr id="22" name="Gráfico 21" descr="Marca de insignia1 contorno">
            <a:extLst>
              <a:ext uri="{FF2B5EF4-FFF2-40B4-BE49-F238E27FC236}">
                <a16:creationId xmlns:a16="http://schemas.microsoft.com/office/drawing/2014/main" id="{014E63B5-5D95-E0A4-860F-0497D92FCE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3782060"/>
            <a:ext cx="370840" cy="370840"/>
          </a:xfrm>
          <a:prstGeom prst="rect">
            <a:avLst/>
          </a:prstGeom>
        </p:spPr>
      </p:pic>
      <p:pic>
        <p:nvPicPr>
          <p:cNvPr id="23" name="Gráfico 22" descr="Marca de insignia1 contorno">
            <a:extLst>
              <a:ext uri="{FF2B5EF4-FFF2-40B4-BE49-F238E27FC236}">
                <a16:creationId xmlns:a16="http://schemas.microsoft.com/office/drawing/2014/main" id="{1DACEB1B-F9FB-1DD5-89AD-418C25C69E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205720" y="4184650"/>
            <a:ext cx="370840" cy="370840"/>
          </a:xfrm>
          <a:prstGeom prst="rect">
            <a:avLst/>
          </a:prstGeom>
        </p:spPr>
      </p:pic>
      <p:pic>
        <p:nvPicPr>
          <p:cNvPr id="25" name="Gráfico 24" descr="Insignia de cruz contorno">
            <a:extLst>
              <a:ext uri="{FF2B5EF4-FFF2-40B4-BE49-F238E27FC236}">
                <a16:creationId xmlns:a16="http://schemas.microsoft.com/office/drawing/2014/main" id="{2F6B578E-DAC5-D966-A8B2-477395FEF9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2640330"/>
            <a:ext cx="416560" cy="416560"/>
          </a:xfrm>
          <a:prstGeom prst="rect">
            <a:avLst/>
          </a:prstGeom>
        </p:spPr>
      </p:pic>
      <p:pic>
        <p:nvPicPr>
          <p:cNvPr id="26" name="Gráfico 25" descr="Insignia de cruz contorno">
            <a:extLst>
              <a:ext uri="{FF2B5EF4-FFF2-40B4-BE49-F238E27FC236}">
                <a16:creationId xmlns:a16="http://schemas.microsoft.com/office/drawing/2014/main" id="{36BFE2B7-2B42-E3CF-F551-2CE78C0B2DF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3403600"/>
            <a:ext cx="416560" cy="416560"/>
          </a:xfrm>
          <a:prstGeom prst="rect">
            <a:avLst/>
          </a:prstGeom>
        </p:spPr>
      </p:pic>
      <p:pic>
        <p:nvPicPr>
          <p:cNvPr id="27" name="Gráfico 26" descr="Insignia de cruz contorno">
            <a:extLst>
              <a:ext uri="{FF2B5EF4-FFF2-40B4-BE49-F238E27FC236}">
                <a16:creationId xmlns:a16="http://schemas.microsoft.com/office/drawing/2014/main" id="{3D01D069-C6D2-886A-ADAF-3425DE97EAF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95640" y="4152900"/>
            <a:ext cx="416560" cy="416560"/>
          </a:xfrm>
          <a:prstGeom prst="rect">
            <a:avLst/>
          </a:prstGeom>
        </p:spPr>
      </p:pic>
      <p:pic>
        <p:nvPicPr>
          <p:cNvPr id="28" name="Gráfico 27" descr="Insignia de cruz contorno">
            <a:extLst>
              <a:ext uri="{FF2B5EF4-FFF2-40B4-BE49-F238E27FC236}">
                <a16:creationId xmlns:a16="http://schemas.microsoft.com/office/drawing/2014/main" id="{D5FD0E67-E9D3-4C36-C6B7-4B087D21E2A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60000" y="2994660"/>
            <a:ext cx="416560" cy="41656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C7D7E5D0-6FE7-20E6-8487-406C5D5EE192}"/>
              </a:ext>
            </a:extLst>
          </p:cNvPr>
          <p:cNvSpPr/>
          <p:nvPr/>
        </p:nvSpPr>
        <p:spPr>
          <a:xfrm>
            <a:off x="731520" y="2705100"/>
            <a:ext cx="10728960" cy="35179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14363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5CF87-C3F8-287B-C384-24E6C8530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 descr="Diagrama&#10;&#10;El contenido generado por IA puede ser incorrecto.">
            <a:extLst>
              <a:ext uri="{FF2B5EF4-FFF2-40B4-BE49-F238E27FC236}">
                <a16:creationId xmlns:a16="http://schemas.microsoft.com/office/drawing/2014/main" id="{5D8DA294-8CC7-5785-3F36-8E1B3B71B2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783148"/>
            <a:ext cx="9753600" cy="5734050"/>
          </a:xfrm>
          <a:prstGeom prst="rect">
            <a:avLst/>
          </a:prstGeom>
        </p:spPr>
      </p:pic>
      <p:sp>
        <p:nvSpPr>
          <p:cNvPr id="28" name="Title 1">
            <a:extLst>
              <a:ext uri="{FF2B5EF4-FFF2-40B4-BE49-F238E27FC236}">
                <a16:creationId xmlns:a16="http://schemas.microsoft.com/office/drawing/2014/main" id="{065CA7DA-214A-D90E-3219-AC7B8948F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4035630" cy="1131916"/>
          </a:xfrm>
        </p:spPr>
        <p:txBody>
          <a:bodyPr>
            <a:normAutofit/>
          </a:bodyPr>
          <a:lstStyle/>
          <a:p>
            <a:r>
              <a:rPr lang="en-US" sz="4000" b="1" dirty="0"/>
              <a:t>CFIHOS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0A4E86F-24D0-36F8-4C2A-FC9CAA23E6CC}"/>
              </a:ext>
            </a:extLst>
          </p:cNvPr>
          <p:cNvSpPr/>
          <p:nvPr/>
        </p:nvSpPr>
        <p:spPr>
          <a:xfrm>
            <a:off x="1451112" y="2705100"/>
            <a:ext cx="1083365" cy="833230"/>
          </a:xfrm>
          <a:prstGeom prst="rect">
            <a:avLst/>
          </a:prstGeom>
          <a:noFill/>
          <a:ln w="381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868635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A54F5-EA24-96F2-7D56-34C3C1FCB3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26BB3F6-539B-A596-7D83-88EFF042A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19823"/>
            <a:ext cx="11360800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CFIHOS distribution</a:t>
            </a:r>
            <a:br>
              <a:rPr lang="en-US" sz="4000" dirty="0"/>
            </a:br>
            <a:r>
              <a:rPr lang="en-US" sz="3100" dirty="0"/>
              <a:t>Version 2.0 October 2024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D081E6E3-9134-BFE4-099E-1493100BC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4923" y="1642751"/>
            <a:ext cx="5873750" cy="2385785"/>
          </a:xfrm>
        </p:spPr>
        <p:txBody>
          <a:bodyPr>
            <a:normAutofit fontScale="85000" lnSpcReduction="20000"/>
          </a:bodyPr>
          <a:lstStyle/>
          <a:p>
            <a:r>
              <a:rPr lang="en-US" sz="2300" dirty="0"/>
              <a:t>CFIHOS is a specification, not an implementation</a:t>
            </a:r>
          </a:p>
          <a:p>
            <a:endParaRPr lang="en-US" sz="2300" dirty="0"/>
          </a:p>
          <a:p>
            <a:r>
              <a:rPr lang="en-US" sz="2300" dirty="0"/>
              <a:t>CFIHOS data model can be inspected through an HTML explorer</a:t>
            </a:r>
          </a:p>
          <a:p>
            <a:pPr marL="152396" indent="0">
              <a:buNone/>
            </a:pPr>
            <a:endParaRPr lang="en-US" sz="2300" dirty="0"/>
          </a:p>
          <a:p>
            <a:r>
              <a:rPr lang="en-US" sz="2300" dirty="0"/>
              <a:t>CFIHOS reference data library is distributed as tables in Excel format</a:t>
            </a: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4985822-C57C-0C6C-EC65-C5B9B924DC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2906" y="240866"/>
            <a:ext cx="4045076" cy="3913884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FE42249-7FFE-35D0-C3F0-06C6CB15AB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1626" y="4507251"/>
            <a:ext cx="7868748" cy="1886213"/>
          </a:xfrm>
          <a:prstGeom prst="rect">
            <a:avLst/>
          </a:prstGeom>
        </p:spPr>
      </p:pic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902DA343-7702-839D-EA86-2BF69DEAB056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5984111" y="2197808"/>
            <a:ext cx="1498795" cy="5453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Conector recto de flecha 10">
            <a:extLst>
              <a:ext uri="{FF2B5EF4-FFF2-40B4-BE49-F238E27FC236}">
                <a16:creationId xmlns:a16="http://schemas.microsoft.com/office/drawing/2014/main" id="{E06D7C0E-A2B1-2F14-68CD-590D8064B36C}"/>
              </a:ext>
            </a:extLst>
          </p:cNvPr>
          <p:cNvCxnSpPr>
            <a:cxnSpLocks/>
          </p:cNvCxnSpPr>
          <p:nvPr/>
        </p:nvCxnSpPr>
        <p:spPr>
          <a:xfrm>
            <a:off x="3865944" y="4028536"/>
            <a:ext cx="1111498" cy="4140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04657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1D25FF-2F65-FC24-8ECB-9104201088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3905587-637E-4084-EECC-F6DB366980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reference data library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E8E82CE2-E15E-F422-CF69-11F3F1964E7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5"/>
            <a:ext cx="4261280" cy="2564247"/>
          </a:xfrm>
        </p:spPr>
        <p:txBody>
          <a:bodyPr>
            <a:normAutofit/>
          </a:bodyPr>
          <a:lstStyle/>
          <a:p>
            <a:r>
              <a:rPr lang="en-US" dirty="0"/>
              <a:t>Each sheet contains a table describing different entities:</a:t>
            </a:r>
          </a:p>
          <a:p>
            <a:pPr lvl="1"/>
            <a:r>
              <a:rPr lang="en-US" dirty="0"/>
              <a:t>Discipline</a:t>
            </a:r>
          </a:p>
          <a:p>
            <a:pPr lvl="1"/>
            <a:r>
              <a:rPr lang="en-US" dirty="0"/>
              <a:t>Document types</a:t>
            </a:r>
          </a:p>
          <a:p>
            <a:pPr lvl="1"/>
            <a:r>
              <a:rPr lang="en-US" dirty="0"/>
              <a:t>Equipment…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176C5B0A-EC3F-155E-D3F4-FE61168F10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482" y="2086056"/>
            <a:ext cx="4261280" cy="89052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934CA57C-426E-E779-3B64-5DD166224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2729" y="3414958"/>
            <a:ext cx="5133671" cy="96744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B5EAF771-040E-1F74-FA62-6D71955D6144}"/>
              </a:ext>
            </a:extLst>
          </p:cNvPr>
          <p:cNvSpPr txBox="1"/>
          <p:nvPr/>
        </p:nvSpPr>
        <p:spPr>
          <a:xfrm>
            <a:off x="4845364" y="1647681"/>
            <a:ext cx="2501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/>
              <a:t>Discipline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42905936-0F71-AF3E-057E-7EFEB074E4DF}"/>
              </a:ext>
            </a:extLst>
          </p:cNvPr>
          <p:cNvSpPr txBox="1"/>
          <p:nvPr/>
        </p:nvSpPr>
        <p:spPr>
          <a:xfrm>
            <a:off x="9275128" y="3011104"/>
            <a:ext cx="2501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/>
              <a:t>Document types</a:t>
            </a:r>
          </a:p>
        </p:txBody>
      </p:sp>
    </p:spTree>
    <p:extLst>
      <p:ext uri="{BB962C8B-B14F-4D97-AF65-F5344CB8AC3E}">
        <p14:creationId xmlns:p14="http://schemas.microsoft.com/office/powerpoint/2010/main" val="40543348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653059A-3428-1104-22E2-9F17AD8D41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FB8610-3D81-3493-A078-46BBC1F9E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reference data library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04660B4F-F896-4C69-8DFA-016947BB2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4261280" cy="3642549"/>
          </a:xfrm>
        </p:spPr>
        <p:txBody>
          <a:bodyPr>
            <a:normAutofit/>
          </a:bodyPr>
          <a:lstStyle/>
          <a:p>
            <a:r>
              <a:rPr lang="en-US" dirty="0"/>
              <a:t>Each sheet contains a table describing different entities:</a:t>
            </a:r>
          </a:p>
          <a:p>
            <a:pPr lvl="1"/>
            <a:r>
              <a:rPr lang="en-US" dirty="0"/>
              <a:t>Discipline</a:t>
            </a:r>
          </a:p>
          <a:p>
            <a:pPr lvl="1"/>
            <a:r>
              <a:rPr lang="en-US" dirty="0"/>
              <a:t>Document types</a:t>
            </a:r>
          </a:p>
          <a:p>
            <a:pPr lvl="1"/>
            <a:r>
              <a:rPr lang="en-US" dirty="0"/>
              <a:t>Equipment…</a:t>
            </a:r>
          </a:p>
          <a:p>
            <a:endParaRPr lang="en-US" dirty="0"/>
          </a:p>
          <a:p>
            <a:r>
              <a:rPr lang="en-US" dirty="0"/>
              <a:t>Tables also represent relationships by including references to entities described in other tables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42AC7210-E241-4226-7C2B-D4B1F9F2CB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4482" y="2086056"/>
            <a:ext cx="4261280" cy="890527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A41CB445-A8AD-FC1B-2928-D2037BE637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2729" y="3414958"/>
            <a:ext cx="5133671" cy="967440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F051DC11-B0C4-4379-1E77-CA4DA897531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42903" y="5472950"/>
            <a:ext cx="4867954" cy="1000265"/>
          </a:xfrm>
          <a:prstGeom prst="rect">
            <a:avLst/>
          </a:prstGeom>
        </p:spPr>
      </p:pic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000E6A5C-B224-594C-A8C0-9BB45A180BE5}"/>
              </a:ext>
            </a:extLst>
          </p:cNvPr>
          <p:cNvCxnSpPr>
            <a:cxnSpLocks/>
          </p:cNvCxnSpPr>
          <p:nvPr/>
        </p:nvCxnSpPr>
        <p:spPr>
          <a:xfrm flipH="1">
            <a:off x="4572000" y="3116062"/>
            <a:ext cx="1402672" cy="22927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CF566714-AA64-D987-6D21-C998F85142A4}"/>
              </a:ext>
            </a:extLst>
          </p:cNvPr>
          <p:cNvCxnSpPr/>
          <p:nvPr/>
        </p:nvCxnSpPr>
        <p:spPr>
          <a:xfrm flipH="1">
            <a:off x="6096000" y="4528868"/>
            <a:ext cx="1098430" cy="879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A783EF18-EDD9-11D2-D267-52B29FB1C332}"/>
              </a:ext>
            </a:extLst>
          </p:cNvPr>
          <p:cNvSpPr txBox="1"/>
          <p:nvPr/>
        </p:nvSpPr>
        <p:spPr>
          <a:xfrm>
            <a:off x="4845364" y="1647681"/>
            <a:ext cx="2501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/>
              <a:t>Discipline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42C4DFE9-B3F7-8D09-582C-300637131116}"/>
              </a:ext>
            </a:extLst>
          </p:cNvPr>
          <p:cNvSpPr txBox="1"/>
          <p:nvPr/>
        </p:nvSpPr>
        <p:spPr>
          <a:xfrm>
            <a:off x="9275128" y="3011104"/>
            <a:ext cx="25012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/>
              <a:t>Document types</a:t>
            </a:r>
          </a:p>
        </p:txBody>
      </p:sp>
      <p:sp>
        <p:nvSpPr>
          <p:cNvPr id="5" name="CuadroTexto 4">
            <a:extLst>
              <a:ext uri="{FF2B5EF4-FFF2-40B4-BE49-F238E27FC236}">
                <a16:creationId xmlns:a16="http://schemas.microsoft.com/office/drawing/2014/main" id="{EB838447-B52A-6F05-AFE5-E3CC1D3D22EC}"/>
              </a:ext>
            </a:extLst>
          </p:cNvPr>
          <p:cNvSpPr txBox="1"/>
          <p:nvPr/>
        </p:nvSpPr>
        <p:spPr>
          <a:xfrm>
            <a:off x="7194429" y="5973082"/>
            <a:ext cx="360804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dirty="0"/>
              <a:t>Document types - Discipline</a:t>
            </a:r>
          </a:p>
        </p:txBody>
      </p:sp>
    </p:spTree>
    <p:extLst>
      <p:ext uri="{BB962C8B-B14F-4D97-AF65-F5344CB8AC3E}">
        <p14:creationId xmlns:p14="http://schemas.microsoft.com/office/powerpoint/2010/main" val="14408638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DF7A7E2-8EAE-5745-A492-315800B718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1F3D1FD4-0029-672E-9A02-7503EA29A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OWL version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C3E5F55-EF88-446C-A6E5-223A0F471D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85446"/>
            <a:ext cx="10358792" cy="5154357"/>
          </a:xfrm>
        </p:spPr>
        <p:txBody>
          <a:bodyPr>
            <a:normAutofit/>
          </a:bodyPr>
          <a:lstStyle/>
          <a:p>
            <a:r>
              <a:rPr lang="en-US" sz="1400" dirty="0"/>
              <a:t>A translation process was developed to generate an OWL ontology by using the CFIHOS excel as input.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2900" dirty="0"/>
          </a:p>
          <a:p>
            <a:endParaRPr lang="en-US" sz="2900" dirty="0"/>
          </a:p>
          <a:p>
            <a:endParaRPr lang="en-US" sz="2900" dirty="0"/>
          </a:p>
          <a:p>
            <a:endParaRPr lang="en-US" sz="2900" dirty="0"/>
          </a:p>
          <a:p>
            <a:endParaRPr lang="en-US" sz="29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DF269679-C194-0D49-B84B-F393C82D58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413" y="2165417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666E4A7C-BEF3-8DD6-ED88-6A8CDAB1624B}"/>
              </a:ext>
            </a:extLst>
          </p:cNvPr>
          <p:cNvSpPr/>
          <p:nvPr/>
        </p:nvSpPr>
        <p:spPr>
          <a:xfrm rot="16200000">
            <a:off x="4708350" y="2044647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5978002C-55E0-5DE7-C8FA-131EEB8F8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498" y="1999007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4190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6A772-BDA0-7A43-692C-2F6D9C5D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D8A35FBC-5A8A-E35B-442A-5A67B3AD3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OWL version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C3B39444-141D-A754-584A-E02F0A0CB0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0358792" cy="5154357"/>
          </a:xfrm>
        </p:spPr>
        <p:txBody>
          <a:bodyPr>
            <a:normAutofit fontScale="25000" lnSpcReduction="20000"/>
          </a:bodyPr>
          <a:lstStyle/>
          <a:p>
            <a:r>
              <a:rPr lang="en-US" sz="5600" dirty="0"/>
              <a:t>A translation process was developed to generate an OWL ontology by using the CFIHOS excel as input.</a:t>
            </a:r>
          </a:p>
          <a:p>
            <a:endParaRPr lang="en-US" sz="56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endParaRPr lang="en-US" sz="4300" dirty="0"/>
          </a:p>
          <a:p>
            <a:r>
              <a:rPr lang="en-US" sz="4300" dirty="0"/>
              <a:t>Sheets that have been processed:</a:t>
            </a:r>
          </a:p>
          <a:p>
            <a:pPr lvl="1"/>
            <a:r>
              <a:rPr lang="en-US" sz="4300" b="1" dirty="0"/>
              <a:t>discipline</a:t>
            </a:r>
            <a:r>
              <a:rPr lang="en-US" sz="4300" dirty="0"/>
              <a:t>: information about disciplines</a:t>
            </a:r>
          </a:p>
          <a:p>
            <a:pPr lvl="1"/>
            <a:r>
              <a:rPr lang="en-US" sz="4300" b="1" dirty="0"/>
              <a:t>equipment class</a:t>
            </a:r>
            <a:r>
              <a:rPr lang="en-US" sz="4300" dirty="0"/>
              <a:t>: Information about equipment</a:t>
            </a:r>
          </a:p>
          <a:p>
            <a:pPr lvl="1"/>
            <a:r>
              <a:rPr lang="en-US" sz="4300" b="1" dirty="0"/>
              <a:t>tag class</a:t>
            </a:r>
            <a:r>
              <a:rPr lang="en-US" sz="4300" dirty="0"/>
              <a:t>: Information about tags</a:t>
            </a:r>
          </a:p>
          <a:p>
            <a:pPr lvl="1"/>
            <a:r>
              <a:rPr lang="en-US" sz="4300" b="1" dirty="0"/>
              <a:t>document type</a:t>
            </a:r>
            <a:r>
              <a:rPr lang="en-US" sz="4300" dirty="0"/>
              <a:t>: Information about types of documents</a:t>
            </a:r>
          </a:p>
          <a:p>
            <a:pPr lvl="1"/>
            <a:r>
              <a:rPr lang="en-US" sz="4300" b="1" dirty="0"/>
              <a:t>Property</a:t>
            </a:r>
            <a:r>
              <a:rPr lang="en-US" sz="4300" dirty="0"/>
              <a:t>: Information about properties and relationships between entities</a:t>
            </a:r>
          </a:p>
          <a:p>
            <a:pPr lvl="1"/>
            <a:r>
              <a:rPr lang="en-US" sz="4300" b="1" dirty="0"/>
              <a:t>equipment class property</a:t>
            </a:r>
            <a:r>
              <a:rPr lang="en-US" sz="4300" dirty="0"/>
              <a:t>: Relationships between equipment and properties</a:t>
            </a:r>
          </a:p>
          <a:p>
            <a:pPr lvl="1"/>
            <a:r>
              <a:rPr lang="en-US" sz="4300" b="1" dirty="0"/>
              <a:t>tag class property</a:t>
            </a:r>
            <a:r>
              <a:rPr lang="en-US" sz="4300" dirty="0"/>
              <a:t>: Relationships between tags and properties</a:t>
            </a:r>
          </a:p>
          <a:p>
            <a:pPr lvl="1"/>
            <a:r>
              <a:rPr lang="en-US" sz="4300" b="1" dirty="0"/>
              <a:t>tag equipment class relationship</a:t>
            </a:r>
            <a:r>
              <a:rPr lang="en-US" sz="4300" dirty="0"/>
              <a:t>: Relationships between equipment and tags</a:t>
            </a:r>
          </a:p>
          <a:p>
            <a:pPr lvl="1"/>
            <a:r>
              <a:rPr lang="en-US" sz="4300" b="1" dirty="0"/>
              <a:t>source standard</a:t>
            </a:r>
            <a:r>
              <a:rPr lang="en-US" sz="4300" dirty="0"/>
              <a:t>: Information about standards</a:t>
            </a:r>
          </a:p>
          <a:p>
            <a:pPr lvl="1"/>
            <a:r>
              <a:rPr lang="en-US" sz="4300" b="1" dirty="0"/>
              <a:t>tag or equip class </a:t>
            </a:r>
            <a:r>
              <a:rPr lang="en-US" sz="4300" b="1" dirty="0" err="1"/>
              <a:t>src</a:t>
            </a:r>
            <a:r>
              <a:rPr lang="en-US" sz="4300" b="1" dirty="0"/>
              <a:t> standard</a:t>
            </a:r>
            <a:r>
              <a:rPr lang="en-US" sz="4300" dirty="0"/>
              <a:t>: Relationships between tags or equipment and standards</a:t>
            </a:r>
          </a:p>
          <a:p>
            <a:pPr lvl="1"/>
            <a:r>
              <a:rPr lang="en-US" sz="4300" b="1" dirty="0"/>
              <a:t>property picklist values</a:t>
            </a:r>
            <a:r>
              <a:rPr lang="en-US" sz="4300" dirty="0"/>
              <a:t>: Defines sets of values to be used as range for properties</a:t>
            </a:r>
          </a:p>
          <a:p>
            <a:pPr lvl="1"/>
            <a:r>
              <a:rPr lang="en-US" sz="4300" b="1" dirty="0"/>
              <a:t>document required per class</a:t>
            </a:r>
            <a:r>
              <a:rPr lang="en-US" sz="4300" dirty="0"/>
              <a:t>: Relates tag and equipment with documents</a:t>
            </a:r>
          </a:p>
          <a:p>
            <a:pPr lvl="1"/>
            <a:r>
              <a:rPr lang="en-US" sz="4300" b="1" dirty="0"/>
              <a:t>discipline document type</a:t>
            </a:r>
            <a:r>
              <a:rPr lang="en-US" sz="4300" dirty="0"/>
              <a:t>: Relates disciplines with documents</a:t>
            </a:r>
          </a:p>
          <a:p>
            <a:pPr lvl="1"/>
            <a:r>
              <a:rPr lang="en-US" sz="4300" b="1" dirty="0"/>
              <a:t>units of measure</a:t>
            </a:r>
            <a:r>
              <a:rPr lang="en-US" sz="4300" dirty="0"/>
              <a:t>: information about units of measurement </a:t>
            </a:r>
          </a:p>
          <a:p>
            <a:pPr lvl="1"/>
            <a:r>
              <a:rPr lang="en-US" sz="4300" b="1" dirty="0"/>
              <a:t>Property groupings</a:t>
            </a:r>
            <a:r>
              <a:rPr lang="en-US" sz="4300" dirty="0"/>
              <a:t>: a way of grouping properties</a:t>
            </a:r>
          </a:p>
          <a:p>
            <a:pPr lvl="1"/>
            <a:r>
              <a:rPr lang="en-US" sz="4300" b="1" dirty="0"/>
              <a:t>RDL master object</a:t>
            </a:r>
            <a:r>
              <a:rPr lang="en-US" sz="4300" dirty="0"/>
              <a:t>: definitions of classes and properties</a:t>
            </a:r>
          </a:p>
          <a:p>
            <a:pPr lvl="1"/>
            <a:r>
              <a:rPr lang="en-US" sz="4300" b="1" dirty="0"/>
              <a:t>CFIHOS object equivalent mapping</a:t>
            </a:r>
            <a:r>
              <a:rPr lang="en-US" sz="4300" dirty="0"/>
              <a:t>: mappings CFIHOS to codes from other standards</a:t>
            </a:r>
          </a:p>
          <a:p>
            <a:pPr marL="795847" lvl="1" indent="0">
              <a:buNone/>
            </a:pPr>
            <a:endParaRPr lang="en-US" sz="4300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 descr="Imagen que contiene dibujo, calle, reloj, firmar&#10;&#10;El contenido generado por IA puede ser incorrecto.">
            <a:extLst>
              <a:ext uri="{FF2B5EF4-FFF2-40B4-BE49-F238E27FC236}">
                <a16:creationId xmlns:a16="http://schemas.microsoft.com/office/drawing/2014/main" id="{DB7A651B-5166-2F2B-3AAA-0EF134FAEC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0413" y="2165417"/>
            <a:ext cx="1370023" cy="853852"/>
          </a:xfrm>
          <a:prstGeom prst="rect">
            <a:avLst/>
          </a:prstGeom>
        </p:spPr>
      </p:pic>
      <p:sp>
        <p:nvSpPr>
          <p:cNvPr id="5" name="Flecha: hacia abajo 4">
            <a:extLst>
              <a:ext uri="{FF2B5EF4-FFF2-40B4-BE49-F238E27FC236}">
                <a16:creationId xmlns:a16="http://schemas.microsoft.com/office/drawing/2014/main" id="{8142BA8B-A589-E388-AA04-19685E686A36}"/>
              </a:ext>
            </a:extLst>
          </p:cNvPr>
          <p:cNvSpPr/>
          <p:nvPr/>
        </p:nvSpPr>
        <p:spPr>
          <a:xfrm rot="16200000">
            <a:off x="4708350" y="2044647"/>
            <a:ext cx="664234" cy="1104893"/>
          </a:xfrm>
          <a:prstGeom prst="downArrow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pic>
        <p:nvPicPr>
          <p:cNvPr id="7" name="Imagen 6" descr="Imagen que contiene Logotipo&#10;&#10;El contenido generado por IA puede ser incorrecto.">
            <a:extLst>
              <a:ext uri="{FF2B5EF4-FFF2-40B4-BE49-F238E27FC236}">
                <a16:creationId xmlns:a16="http://schemas.microsoft.com/office/drawing/2014/main" id="{AF289DE6-C2D2-131B-CE31-341E46088A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498" y="1999007"/>
            <a:ext cx="1020538" cy="1186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5326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F499CE-3FE4-86AC-3D43-31F3AE678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A6213913-B9E8-8AA0-BCE5-16659D2A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CFIHOS Modelling Approaches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4167252-ED92-E429-54F0-026389E865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200" dirty="0"/>
              <a:t>Approach 1</a:t>
            </a:r>
          </a:p>
          <a:p>
            <a:pPr lvl="1"/>
            <a:r>
              <a:rPr lang="en-GB" sz="2200" dirty="0"/>
              <a:t>Independent modelling of CFHIOS</a:t>
            </a:r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Approach 2</a:t>
            </a:r>
          </a:p>
          <a:p>
            <a:pPr lvl="1"/>
            <a:r>
              <a:rPr lang="en-GB" sz="2200" dirty="0"/>
              <a:t>Modelling based on IDO</a:t>
            </a:r>
          </a:p>
          <a:p>
            <a:pPr lvl="1"/>
            <a:r>
              <a:rPr lang="en-GB" sz="2200" dirty="0"/>
              <a:t>The result of approach 1 is the starting point</a:t>
            </a:r>
          </a:p>
          <a:p>
            <a:pPr lvl="1"/>
            <a:endParaRPr lang="en-GB" sz="2200" dirty="0"/>
          </a:p>
          <a:p>
            <a:pPr lvl="1"/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42025443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1E9CFEC-F8C5-34A7-F9B6-39BE0961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3A6C719C-70CF-F469-E65C-9A13F22F2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1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E1D8324D-4A84-92F5-B547-7A8DF21DB9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&gt;4,800 classes, and &gt;1,300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D68A1EE-083E-E66E-EBCF-234C5A4AAE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868" y="3504150"/>
            <a:ext cx="7200900" cy="2997200"/>
          </a:xfrm>
          <a:prstGeom prst="rect">
            <a:avLst/>
          </a:prstGeom>
        </p:spPr>
      </p:pic>
      <p:pic>
        <p:nvPicPr>
          <p:cNvPr id="2" name="Imagen 1" descr="Texto&#10;&#10;El contenido generado por IA puede ser incorrecto.">
            <a:extLst>
              <a:ext uri="{FF2B5EF4-FFF2-40B4-BE49-F238E27FC236}">
                <a16:creationId xmlns:a16="http://schemas.microsoft.com/office/drawing/2014/main" id="{79409DED-C6F7-DF1D-09B3-6E401D9A4E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17233" y="3980241"/>
            <a:ext cx="3126899" cy="1737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521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30CCD2F6-4651-71D0-7F26-9EED8956D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3377AF13-BA51-B038-7108-462DA5ABEE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1: classes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357AFC15-E8DF-2BEE-3B6A-3AD1BE5D5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2256579" cy="4487520"/>
          </a:xfrm>
        </p:spPr>
        <p:txBody>
          <a:bodyPr>
            <a:normAutofit/>
          </a:bodyPr>
          <a:lstStyle/>
          <a:p>
            <a:r>
              <a:rPr lang="en-US" dirty="0"/>
              <a:t>The entities are defined by using both natural and formal language.</a:t>
            </a:r>
          </a:p>
          <a:p>
            <a:pPr lvl="1"/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EAA46C5-56B8-F861-4CE1-16955F9965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526" y="1356967"/>
            <a:ext cx="8862874" cy="4840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8450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714235D-24E3-C8AB-9454-6647A7B15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A2A04A62-D6D5-F44B-F684-7F4092B04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1: classes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5A23339-6D5A-51A9-CEAB-90607B8EB1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2256579" cy="4487520"/>
          </a:xfrm>
        </p:spPr>
        <p:txBody>
          <a:bodyPr>
            <a:normAutofit/>
          </a:bodyPr>
          <a:lstStyle/>
          <a:p>
            <a:r>
              <a:rPr lang="en-US" dirty="0"/>
              <a:t>The entities are defined by using both natural and formal language.</a:t>
            </a:r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74383503-E830-58A3-0C0E-8B44B58889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526" y="1356967"/>
            <a:ext cx="8862874" cy="4840545"/>
          </a:xfrm>
          <a:prstGeom prst="rect">
            <a:avLst/>
          </a:prstGeom>
        </p:spPr>
      </p:pic>
      <p:cxnSp>
        <p:nvCxnSpPr>
          <p:cNvPr id="6" name="Conector recto de flecha 5">
            <a:extLst>
              <a:ext uri="{FF2B5EF4-FFF2-40B4-BE49-F238E27FC236}">
                <a16:creationId xmlns:a16="http://schemas.microsoft.com/office/drawing/2014/main" id="{0A255DD3-65BD-22A0-1B34-B95FAD2E54C0}"/>
              </a:ext>
            </a:extLst>
          </p:cNvPr>
          <p:cNvCxnSpPr>
            <a:cxnSpLocks/>
          </p:cNvCxnSpPr>
          <p:nvPr/>
        </p:nvCxnSpPr>
        <p:spPr>
          <a:xfrm flipV="1">
            <a:off x="1810871" y="2644588"/>
            <a:ext cx="4509247" cy="134471"/>
          </a:xfrm>
          <a:prstGeom prst="straightConnector1">
            <a:avLst/>
          </a:prstGeom>
          <a:ln w="38100" cap="rnd">
            <a:solidFill>
              <a:srgbClr val="7030A0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recto de flecha 7">
            <a:extLst>
              <a:ext uri="{FF2B5EF4-FFF2-40B4-BE49-F238E27FC236}">
                <a16:creationId xmlns:a16="http://schemas.microsoft.com/office/drawing/2014/main" id="{7F4CE916-0929-10E2-87D0-0F574D2F62B5}"/>
              </a:ext>
            </a:extLst>
          </p:cNvPr>
          <p:cNvCxnSpPr>
            <a:cxnSpLocks/>
          </p:cNvCxnSpPr>
          <p:nvPr/>
        </p:nvCxnSpPr>
        <p:spPr>
          <a:xfrm>
            <a:off x="1810870" y="3083011"/>
            <a:ext cx="4509248" cy="1928260"/>
          </a:xfrm>
          <a:prstGeom prst="straightConnector1">
            <a:avLst/>
          </a:prstGeom>
          <a:ln w="38100" cap="rnd">
            <a:solidFill>
              <a:srgbClr val="7030A0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790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996C294-3449-6065-9B53-5B9F90520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9DE3BDB-56CE-9B82-D291-687637A86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CFIHOS Ontology Approach 1: properties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A779983-E18E-3DC2-07B5-84ECDBE300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2200" dirty="0"/>
              <a:t>Quantitative</a:t>
            </a:r>
          </a:p>
          <a:p>
            <a:pPr lvl="1"/>
            <a:r>
              <a:rPr lang="en-GB" sz="2200" dirty="0"/>
              <a:t>The property has a dimension assigned in the CFIHOS standard</a:t>
            </a:r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Qualitative</a:t>
            </a:r>
          </a:p>
          <a:p>
            <a:pPr lvl="1"/>
            <a:r>
              <a:rPr lang="en-GB" sz="2200" dirty="0"/>
              <a:t>The property has a picklist assigned in the CFIHOS standard</a:t>
            </a:r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dirty="0"/>
              <a:t>Quantitative if the data type is “number”.</a:t>
            </a:r>
          </a:p>
          <a:p>
            <a:pPr lvl="1"/>
            <a:r>
              <a:rPr lang="en-GB" sz="2200" dirty="0"/>
              <a:t>Qualitative in other case</a:t>
            </a:r>
          </a:p>
        </p:txBody>
      </p:sp>
    </p:spTree>
    <p:extLst>
      <p:ext uri="{BB962C8B-B14F-4D97-AF65-F5344CB8AC3E}">
        <p14:creationId xmlns:p14="http://schemas.microsoft.com/office/powerpoint/2010/main" val="28167207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E26B482-20F6-CECE-7B1E-1D2F2B18C1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7DD1C81F-4C1A-3BB2-8CAD-83E4E75F87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1: properties</a:t>
            </a:r>
            <a:endParaRPr lang="en-US" sz="4000" b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D8BDE819-5C0C-051D-17B9-8D4270B5B6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820" y="3429000"/>
            <a:ext cx="7324359" cy="740666"/>
          </a:xfrm>
          <a:prstGeom prst="rect">
            <a:avLst/>
          </a:prstGeom>
        </p:spPr>
      </p:pic>
      <p:pic>
        <p:nvPicPr>
          <p:cNvPr id="7" name="Imagen 6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35FE80EC-1CDD-8025-6B7C-37159BE58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87074" y="1872473"/>
            <a:ext cx="2848373" cy="1267002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8BC6FD91-6DED-CB62-A3CB-4138928A1E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347" y="1593685"/>
            <a:ext cx="5127475" cy="1149516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CFIHOS properties are modelled as object properties</a:t>
            </a:r>
          </a:p>
          <a:p>
            <a:endParaRPr lang="en-US" dirty="0"/>
          </a:p>
        </p:txBody>
      </p:sp>
      <p:cxnSp>
        <p:nvCxnSpPr>
          <p:cNvPr id="4" name="Conector recto de flecha 3">
            <a:extLst>
              <a:ext uri="{FF2B5EF4-FFF2-40B4-BE49-F238E27FC236}">
                <a16:creationId xmlns:a16="http://schemas.microsoft.com/office/drawing/2014/main" id="{417BFA34-8A15-9D20-A65E-65DF56243A4A}"/>
              </a:ext>
            </a:extLst>
          </p:cNvPr>
          <p:cNvCxnSpPr>
            <a:stCxn id="2" idx="1"/>
          </p:cNvCxnSpPr>
          <p:nvPr/>
        </p:nvCxnSpPr>
        <p:spPr>
          <a:xfrm flipH="1">
            <a:off x="4106174" y="2168443"/>
            <a:ext cx="1820173" cy="14805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684511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917AB57-89A0-3AC5-3D82-B275D532E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1894547D-51E1-4C43-D788-19459BDC3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1: properties</a:t>
            </a:r>
            <a:endParaRPr lang="en-US" sz="4000" b="1" dirty="0"/>
          </a:p>
        </p:txBody>
      </p:sp>
      <p:pic>
        <p:nvPicPr>
          <p:cNvPr id="7" name="Imagen 6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F4EB2F61-A72B-90C6-A207-B73D78C2B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7074" y="1872473"/>
            <a:ext cx="2848373" cy="1267002"/>
          </a:xfrm>
          <a:prstGeom prst="rect">
            <a:avLst/>
          </a:prstGeom>
        </p:spPr>
      </p:pic>
      <p:pic>
        <p:nvPicPr>
          <p:cNvPr id="6" name="Imagen 5" descr="Interfaz de usuario gráfica, Aplicación, Teams&#10;&#10;El contenido generado por IA puede ser incorrecto.">
            <a:extLst>
              <a:ext uri="{FF2B5EF4-FFF2-40B4-BE49-F238E27FC236}">
                <a16:creationId xmlns:a16="http://schemas.microsoft.com/office/drawing/2014/main" id="{BA406C30-3FAD-FA6E-C63C-69BA65D526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33820" y="3429000"/>
            <a:ext cx="7324359" cy="3026670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29B6DF1-27BD-C4D3-420F-B6D14793B2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347" y="1593685"/>
            <a:ext cx="5127475" cy="1149516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Example of instances modelling the length of a cable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78634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CA1C516-3A9A-B0E1-4AE1-834BAE7E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627A2FD8-824B-EC4D-E343-1937D4D2FF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Example of data representation – Approach 1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B9E5BF37-28A4-FD1C-BC4E-D1C535A8C2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352" y="1547447"/>
            <a:ext cx="9436712" cy="3763106"/>
          </a:xfrm>
          <a:prstGeom prst="rect">
            <a:avLst/>
          </a:prstGeom>
        </p:spPr>
      </p:pic>
      <p:sp>
        <p:nvSpPr>
          <p:cNvPr id="7" name="CuadroTexto 6">
            <a:extLst>
              <a:ext uri="{FF2B5EF4-FFF2-40B4-BE49-F238E27FC236}">
                <a16:creationId xmlns:a16="http://schemas.microsoft.com/office/drawing/2014/main" id="{4C6C1F3F-BD0A-7147-1D76-14FC68E14E9C}"/>
              </a:ext>
            </a:extLst>
          </p:cNvPr>
          <p:cNvSpPr txBox="1"/>
          <p:nvPr/>
        </p:nvSpPr>
        <p:spPr>
          <a:xfrm>
            <a:off x="1523969" y="583393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16769204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44715-99AA-C7CF-581E-2712DF17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A71DFD5-E236-7E6B-872A-A7906BD453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4670949"/>
          </a:xfrm>
        </p:spPr>
        <p:txBody>
          <a:bodyPr>
            <a:normAutofit/>
          </a:bodyPr>
          <a:lstStyle/>
          <a:p>
            <a:r>
              <a:rPr lang="en-US" dirty="0"/>
              <a:t>The current version has &gt;6,200 classes, and &gt;1,400 properties and approx. 5,000 individuals.</a:t>
            </a:r>
          </a:p>
          <a:p>
            <a:endParaRPr lang="en-US" dirty="0"/>
          </a:p>
          <a:p>
            <a:r>
              <a:rPr lang="en-US" dirty="0"/>
              <a:t>URIs of classes and properties based on CFIHOS identifiers</a:t>
            </a:r>
          </a:p>
          <a:p>
            <a:endParaRPr lang="en-US" dirty="0"/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nterfaz de usuario gráfica, Texto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3E41B169-0456-0C0B-ABC0-B3D0CF00E4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4311" y="4443178"/>
            <a:ext cx="2438740" cy="136226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38356CB-8476-4BEA-BA18-4E64D697AD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CFIHOS Ontology Approach 2</a:t>
            </a:r>
            <a:endParaRPr lang="en-US" sz="4000" b="1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28C6AFA7-58F1-AE94-476E-56D8C5EC6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7868" y="3504150"/>
            <a:ext cx="7200900" cy="29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27108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ABA4EE7-31E3-FBEF-7BB5-265560BF76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BD7D6F28-E12F-DBAA-4F25-3246168D9C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1017711"/>
          </a:xfrm>
        </p:spPr>
        <p:txBody>
          <a:bodyPr>
            <a:normAutofit fontScale="25000" lnSpcReduction="20000"/>
          </a:bodyPr>
          <a:lstStyle/>
          <a:p>
            <a:r>
              <a:rPr lang="en-US" sz="7200" dirty="0"/>
              <a:t>The main classes of the CFIHOS ontology have been linked to the Industrial Data Ontology</a:t>
            </a:r>
          </a:p>
          <a:p>
            <a:endParaRPr lang="en-US" sz="7200" dirty="0"/>
          </a:p>
          <a:p>
            <a:r>
              <a:rPr lang="en-US" sz="7200" dirty="0"/>
              <a:t>The Industrial Data Ontology (IDO) is a “top-level” ontology for industrial data terminology that defines generic terms for things that exist in more than one industrial domain.</a:t>
            </a:r>
          </a:p>
          <a:p>
            <a:endParaRPr lang="en-US" sz="7200" dirty="0"/>
          </a:p>
          <a:p>
            <a:r>
              <a:rPr lang="en-US" sz="7200" dirty="0"/>
              <a:t>Representing CFIHOS by extending IDO benefits the interoperability</a:t>
            </a:r>
          </a:p>
          <a:p>
            <a:pPr marL="152396" indent="0">
              <a:buNone/>
            </a:pPr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endParaRPr lang="en-US" sz="7200" dirty="0"/>
          </a:p>
          <a:p>
            <a:pPr marL="152396" indent="0">
              <a:buNone/>
            </a:pPr>
            <a:endParaRPr lang="en-US" sz="7200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FF9E67BA-EF04-9763-A427-6A1230F54F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548" y="3355504"/>
            <a:ext cx="5832904" cy="3207687"/>
          </a:xfrm>
          <a:prstGeom prst="rect">
            <a:avLst/>
          </a:prstGeom>
        </p:spPr>
      </p:pic>
      <p:sp>
        <p:nvSpPr>
          <p:cNvPr id="5" name="Title 1">
            <a:extLst>
              <a:ext uri="{FF2B5EF4-FFF2-40B4-BE49-F238E27FC236}">
                <a16:creationId xmlns:a16="http://schemas.microsoft.com/office/drawing/2014/main" id="{1E21AD62-B84E-8A1C-601D-063F645B61A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7500" lnSpcReduction="200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/>
              <a:t>CFIHOS Ontology Approach 2: Linking CFIHOS classes to the IDO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298048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945AB-7B90-258E-595A-185D1FA99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>
            <a:extLst>
              <a:ext uri="{FF2B5EF4-FFF2-40B4-BE49-F238E27FC236}">
                <a16:creationId xmlns:a16="http://schemas.microsoft.com/office/drawing/2014/main" id="{62090BB6-FC44-47E9-D9B8-DBD3BB76F1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7347" y="1524152"/>
            <a:ext cx="5950732" cy="4946389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5960B970-2C2D-8C7D-349B-F1C93E18D68D}"/>
              </a:ext>
            </a:extLst>
          </p:cNvPr>
          <p:cNvSpPr txBox="1">
            <a:spLocks/>
          </p:cNvSpPr>
          <p:nvPr/>
        </p:nvSpPr>
        <p:spPr>
          <a:xfrm>
            <a:off x="415600" y="294809"/>
            <a:ext cx="11360800" cy="763600"/>
          </a:xfrm>
          <a:prstGeom prst="rect">
            <a:avLst/>
          </a:prstGeom>
        </p:spPr>
        <p:txBody>
          <a:bodyPr spcFirstLastPara="1" vert="horz" wrap="square" lIns="91425" tIns="91425" rIns="91425" bIns="91425" rtlCol="0" anchor="t" anchorCtr="0">
            <a:normAutofit fontScale="67500" lnSpcReduction="20000"/>
          </a:bodyPr>
          <a:lstStyle>
            <a:lvl1pPr lvl="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400" b="1" kern="1200">
                <a:solidFill>
                  <a:schemeClr val="accent2"/>
                </a:solidFill>
                <a:latin typeface="+mj-lt"/>
                <a:ea typeface="+mj-ea"/>
                <a:cs typeface="+mj-c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sz="4000"/>
              <a:t>CFIHOS Ontology Approach 2: Linking CFIHOS classes to the IDO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17095227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43B051E-5E05-3808-6835-885E54580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46A08BA4-11DB-2B70-E5AC-AF942242E43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1017711"/>
          </a:xfrm>
        </p:spPr>
        <p:txBody>
          <a:bodyPr>
            <a:normAutofit/>
          </a:bodyPr>
          <a:lstStyle/>
          <a:p>
            <a:r>
              <a:rPr lang="en-US" dirty="0"/>
              <a:t>The main classes of the CFIHOS ontology have been linked to the Industrial Data Ontology</a:t>
            </a:r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7DAACED-6FF2-081D-EE86-5ACD56F557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596" y="2419007"/>
            <a:ext cx="5651500" cy="41783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4542E768-70B5-2DD1-59DC-8A3A400442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Linking CFIHOS classes to the IDO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0491747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F0C73-C10F-687A-8F4D-056ED56A7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483A0497-BD31-A95E-D3F1-2A7BF1286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93684"/>
            <a:ext cx="11228532" cy="1017711"/>
          </a:xfrm>
        </p:spPr>
        <p:txBody>
          <a:bodyPr>
            <a:normAutofit/>
          </a:bodyPr>
          <a:lstStyle/>
          <a:p>
            <a:r>
              <a:rPr lang="en-US" dirty="0"/>
              <a:t>The main classes of the CFIHOS ontology have been linked to the Industrial Data Ontology</a:t>
            </a:r>
          </a:p>
          <a:p>
            <a:r>
              <a:rPr lang="en-US" dirty="0"/>
              <a:t>Ontology and additional resources available at </a:t>
            </a:r>
            <a:r>
              <a:rPr lang="en-US" b="1" dirty="0"/>
              <a:t>https://</a:t>
            </a:r>
            <a:r>
              <a:rPr lang="en-US" b="1" dirty="0" err="1"/>
              <a:t>github.com</a:t>
            </a:r>
            <a:r>
              <a:rPr lang="en-US" b="1" dirty="0"/>
              <a:t>/</a:t>
            </a:r>
            <a:r>
              <a:rPr lang="en-US" b="1" dirty="0" err="1"/>
              <a:t>tecnomod</a:t>
            </a:r>
            <a:r>
              <a:rPr lang="en-US" b="1" dirty="0"/>
              <a:t>-um/</a:t>
            </a:r>
            <a:r>
              <a:rPr lang="en-US" b="1" dirty="0" err="1"/>
              <a:t>cfihos</a:t>
            </a:r>
            <a:endParaRPr lang="en-US" b="1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152396" indent="0">
              <a:buNone/>
            </a:pPr>
            <a:endParaRPr lang="en-US" dirty="0"/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D29A4B2D-E01D-4667-F645-8402219AD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596" y="2419007"/>
            <a:ext cx="5651500" cy="417830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B12B3D4E-C587-8CCB-AFFB-6FB4CC4D306E}"/>
              </a:ext>
            </a:extLst>
          </p:cNvPr>
          <p:cNvSpPr/>
          <p:nvPr/>
        </p:nvSpPr>
        <p:spPr>
          <a:xfrm>
            <a:off x="2067697" y="2657048"/>
            <a:ext cx="1570025" cy="19106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95F19615-99B9-C9CE-B2A0-C4839DF46C80}"/>
              </a:ext>
            </a:extLst>
          </p:cNvPr>
          <p:cNvSpPr/>
          <p:nvPr/>
        </p:nvSpPr>
        <p:spPr>
          <a:xfrm>
            <a:off x="2067696" y="3040500"/>
            <a:ext cx="2295582" cy="191064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79AA13AB-53E5-70A8-7C22-ADB5CE2907C5}"/>
              </a:ext>
            </a:extLst>
          </p:cNvPr>
          <p:cNvSpPr/>
          <p:nvPr/>
        </p:nvSpPr>
        <p:spPr>
          <a:xfrm>
            <a:off x="2067696" y="3436718"/>
            <a:ext cx="1748930" cy="189719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226BCC2-E681-E2F5-FA69-3F34E428B974}"/>
              </a:ext>
            </a:extLst>
          </p:cNvPr>
          <p:cNvSpPr/>
          <p:nvPr/>
        </p:nvSpPr>
        <p:spPr>
          <a:xfrm>
            <a:off x="2067696" y="4875154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3ED73116-AD0E-3EA4-3209-99D513FEAB92}"/>
              </a:ext>
            </a:extLst>
          </p:cNvPr>
          <p:cNvSpPr/>
          <p:nvPr/>
        </p:nvSpPr>
        <p:spPr>
          <a:xfrm>
            <a:off x="2067695" y="5264316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D7E9010F-806E-A1E5-F516-1921A1B2D2CF}"/>
              </a:ext>
            </a:extLst>
          </p:cNvPr>
          <p:cNvSpPr/>
          <p:nvPr/>
        </p:nvSpPr>
        <p:spPr>
          <a:xfrm>
            <a:off x="2067695" y="5647768"/>
            <a:ext cx="536358" cy="289426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C5B45494-1670-D6A7-6807-B10C020F34DF}"/>
              </a:ext>
            </a:extLst>
          </p:cNvPr>
          <p:cNvSpPr/>
          <p:nvPr/>
        </p:nvSpPr>
        <p:spPr>
          <a:xfrm>
            <a:off x="2067694" y="6083929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DB630C9D-C456-1572-BE07-B6F790D00235}"/>
              </a:ext>
            </a:extLst>
          </p:cNvPr>
          <p:cNvSpPr/>
          <p:nvPr/>
        </p:nvSpPr>
        <p:spPr>
          <a:xfrm>
            <a:off x="7136079" y="2848112"/>
            <a:ext cx="1570025" cy="236717"/>
          </a:xfrm>
          <a:prstGeom prst="rect">
            <a:avLst/>
          </a:prstGeom>
          <a:noFill/>
          <a:ln w="50800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IDO Class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77B1CA37-B559-707B-B12D-1E88972D9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94809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Linking CFIHOS classes to the IDO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218345544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BEF359-D175-9A79-BB9D-E7542E52B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BDB7C71-DE6C-43F1-302E-ED66A9C12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CFIHOS Ontology Approach 2: properties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3C840FA-BC99-8E14-16B8-9C1AE04A3C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marL="152396" indent="0">
              <a:buNone/>
            </a:pPr>
            <a:r>
              <a:rPr lang="en-GB" sz="2200" b="1" dirty="0"/>
              <a:t>Classification of properties</a:t>
            </a:r>
          </a:p>
          <a:p>
            <a:pPr marL="152396" indent="0">
              <a:buNone/>
            </a:pPr>
            <a:endParaRPr lang="en-GB" sz="2200" dirty="0"/>
          </a:p>
          <a:p>
            <a:r>
              <a:rPr lang="en-GB" sz="2200" dirty="0"/>
              <a:t>The property has a dimension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Quantitative</a:t>
            </a:r>
            <a:endParaRPr lang="en-GB" sz="2200" b="1" dirty="0"/>
          </a:p>
          <a:p>
            <a:endParaRPr lang="en-GB" sz="2200" dirty="0"/>
          </a:p>
          <a:p>
            <a:endParaRPr lang="en-GB" sz="2200" dirty="0"/>
          </a:p>
          <a:p>
            <a:r>
              <a:rPr lang="en-GB" sz="2200" dirty="0"/>
              <a:t>The property has a picklist assigned in the CFIHOS standard </a:t>
            </a:r>
            <a:r>
              <a:rPr lang="en-GB" sz="2200" dirty="0">
                <a:sym typeface="Wingdings" pitchFamily="2" charset="2"/>
              </a:rPr>
              <a:t> </a:t>
            </a:r>
            <a:r>
              <a:rPr lang="en-GB" sz="2200" b="1" dirty="0">
                <a:sym typeface="Wingdings" pitchFamily="2" charset="2"/>
              </a:rPr>
              <a:t>Qualitative</a:t>
            </a:r>
            <a:endParaRPr lang="en-GB" sz="2200" b="1" dirty="0"/>
          </a:p>
          <a:p>
            <a:pPr lvl="1"/>
            <a:endParaRPr lang="en-GB" sz="2200" dirty="0"/>
          </a:p>
          <a:p>
            <a:pPr lvl="1"/>
            <a:endParaRPr lang="en-GB" sz="2200" dirty="0"/>
          </a:p>
          <a:p>
            <a:r>
              <a:rPr lang="en-GB" sz="2200" dirty="0"/>
              <a:t>If the property does not have dimension nor picklist</a:t>
            </a:r>
          </a:p>
          <a:p>
            <a:pPr lvl="1"/>
            <a:r>
              <a:rPr lang="en-GB" sz="2200" b="1" dirty="0"/>
              <a:t>Quantitative</a:t>
            </a:r>
            <a:r>
              <a:rPr lang="en-GB" sz="2200" dirty="0"/>
              <a:t> if the data type is “number”</a:t>
            </a:r>
          </a:p>
          <a:p>
            <a:pPr lvl="1"/>
            <a:r>
              <a:rPr lang="en-GB" sz="2200" b="1" dirty="0"/>
              <a:t>Qualitative</a:t>
            </a:r>
            <a:r>
              <a:rPr lang="en-GB" sz="2200" dirty="0"/>
              <a:t> in other case</a:t>
            </a:r>
          </a:p>
        </p:txBody>
      </p:sp>
    </p:spTree>
    <p:extLst>
      <p:ext uri="{BB962C8B-B14F-4D97-AF65-F5344CB8AC3E}">
        <p14:creationId xmlns:p14="http://schemas.microsoft.com/office/powerpoint/2010/main" val="12500824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C3A5B-8F4B-18BB-3CB7-ECA159731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0190E7F-B969-9671-3882-7D166F2D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IDO-based Property modeling</a:t>
            </a:r>
            <a:endParaRPr lang="en-US" sz="2800" b="1" dirty="0"/>
          </a:p>
        </p:txBody>
      </p:sp>
      <p:pic>
        <p:nvPicPr>
          <p:cNvPr id="3" name="Imagen 2" descr="Imagen de la pantalla de un celular con letras&#10;&#10;El contenido generado por IA puede ser incorrecto.">
            <a:extLst>
              <a:ext uri="{FF2B5EF4-FFF2-40B4-BE49-F238E27FC236}">
                <a16:creationId xmlns:a16="http://schemas.microsoft.com/office/drawing/2014/main" id="{6E108602-7B75-E1C7-C9A5-1038EB0116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7978" y="4068816"/>
            <a:ext cx="9336043" cy="1929388"/>
          </a:xfrm>
          <a:prstGeom prst="rect">
            <a:avLst/>
          </a:prstGeom>
        </p:spPr>
      </p:pic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2332BF4D-AB75-B943-962C-588A754D70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5127475" cy="1929387"/>
          </a:xfrm>
        </p:spPr>
        <p:txBody>
          <a:bodyPr>
            <a:normAutofit fontScale="47500" lnSpcReduction="20000"/>
          </a:bodyPr>
          <a:lstStyle/>
          <a:p>
            <a:r>
              <a:rPr lang="en-US" sz="4500" dirty="0"/>
              <a:t>IDO does not work with object properties but Quality classes.</a:t>
            </a:r>
          </a:p>
          <a:p>
            <a:endParaRPr lang="en-US" sz="4500" dirty="0"/>
          </a:p>
          <a:p>
            <a:r>
              <a:rPr lang="en-US" sz="4500" dirty="0"/>
              <a:t>Quality classes were created from object properties and axioms were redefined in these terms</a:t>
            </a:r>
          </a:p>
          <a:p>
            <a:endParaRPr lang="en-US" dirty="0"/>
          </a:p>
        </p:txBody>
      </p:sp>
      <p:pic>
        <p:nvPicPr>
          <p:cNvPr id="5" name="Imagen 4" descr="Interfaz de usuario gráfica, Aplicación, Sitio web&#10;&#10;El contenido generado por IA puede ser incorrecto.">
            <a:extLst>
              <a:ext uri="{FF2B5EF4-FFF2-40B4-BE49-F238E27FC236}">
                <a16:creationId xmlns:a16="http://schemas.microsoft.com/office/drawing/2014/main" id="{0CDE0F40-65F1-A02B-2CDC-58C5B969B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157" y="1639667"/>
            <a:ext cx="2534004" cy="514422"/>
          </a:xfrm>
          <a:prstGeom prst="rect">
            <a:avLst/>
          </a:prstGeom>
        </p:spPr>
      </p:pic>
      <p:pic>
        <p:nvPicPr>
          <p:cNvPr id="7" name="Imagen 6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2D2EEA3B-4F22-2FB2-E60E-B693116BBF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63414" y="1639667"/>
            <a:ext cx="2743583" cy="1552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0123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8E1A5-ED69-C854-6421-4146B5067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AA5561F2-9505-AF70-34F2-5513C06CF55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85003" y="1639667"/>
            <a:ext cx="6803329" cy="604769"/>
          </a:xfrm>
        </p:spPr>
        <p:txBody>
          <a:bodyPr>
            <a:normAutofit/>
          </a:bodyPr>
          <a:lstStyle/>
          <a:p>
            <a:r>
              <a:rPr lang="en-US" sz="2000" dirty="0"/>
              <a:t>The qualities are classified according to  IDO</a:t>
            </a:r>
          </a:p>
        </p:txBody>
      </p:sp>
      <p:pic>
        <p:nvPicPr>
          <p:cNvPr id="4" name="Imagen 3" descr="Imagen que contiene Diagrama&#10;&#10;El contenido generado por IA puede ser incorrecto.">
            <a:extLst>
              <a:ext uri="{FF2B5EF4-FFF2-40B4-BE49-F238E27FC236}">
                <a16:creationId xmlns:a16="http://schemas.microsoft.com/office/drawing/2014/main" id="{DCDE7E53-2473-BDA4-D797-8F7E48D793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098" y="2319379"/>
            <a:ext cx="9701804" cy="4306833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03FD395-36D3-CCCE-6151-4731B5CB05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IDO-based Property modeling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5929977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0AA91-FBF9-0E52-D9DB-83A620462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3E77BD5-5426-6469-8DFA-D614969B7C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26347" y="1593685"/>
            <a:ext cx="5127475" cy="1149516"/>
          </a:xfrm>
        </p:spPr>
        <p:txBody>
          <a:bodyPr>
            <a:normAutofit fontScale="55000" lnSpcReduction="20000"/>
          </a:bodyPr>
          <a:lstStyle/>
          <a:p>
            <a:r>
              <a:rPr lang="en-US" sz="4500" dirty="0"/>
              <a:t>Example of instances modelling the length of a cable</a:t>
            </a:r>
          </a:p>
          <a:p>
            <a:endParaRPr lang="en-US" dirty="0"/>
          </a:p>
        </p:txBody>
      </p:sp>
      <p:pic>
        <p:nvPicPr>
          <p:cNvPr id="4" name="Imagen 3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9ED92F97-6CD3-994B-0593-0D812D0763B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834"/>
          <a:stretch>
            <a:fillRect/>
          </a:stretch>
        </p:blipFill>
        <p:spPr>
          <a:xfrm>
            <a:off x="1258325" y="3652096"/>
            <a:ext cx="9336043" cy="2669031"/>
          </a:xfrm>
          <a:prstGeom prst="rect">
            <a:avLst/>
          </a:prstGeom>
        </p:spPr>
      </p:pic>
      <p:pic>
        <p:nvPicPr>
          <p:cNvPr id="5" name="Imagen 4" descr="Interfaz de usuario gráfica, Aplicación, Sitio web&#10;&#10;El contenido generado por IA puede ser incorrecto.">
            <a:extLst>
              <a:ext uri="{FF2B5EF4-FFF2-40B4-BE49-F238E27FC236}">
                <a16:creationId xmlns:a16="http://schemas.microsoft.com/office/drawing/2014/main" id="{86241720-D3A5-B854-29F6-FF50C48509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356967"/>
            <a:ext cx="2534004" cy="514422"/>
          </a:xfrm>
          <a:prstGeom prst="rect">
            <a:avLst/>
          </a:prstGeom>
        </p:spPr>
      </p:pic>
      <p:pic>
        <p:nvPicPr>
          <p:cNvPr id="8" name="Imagen 7" descr="Interfaz de usuario gráfica, Texto, Aplicación, Chat o mensaje de texto&#10;&#10;El contenido generado por IA puede ser incorrecto.">
            <a:extLst>
              <a:ext uri="{FF2B5EF4-FFF2-40B4-BE49-F238E27FC236}">
                <a16:creationId xmlns:a16="http://schemas.microsoft.com/office/drawing/2014/main" id="{AAB56E2C-685C-CD06-B059-E14A47ED8B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3857" y="1356967"/>
            <a:ext cx="2743583" cy="1552792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854F594A-7C99-6BAD-4D2D-0D034F5A5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Autofit/>
          </a:bodyPr>
          <a:lstStyle/>
          <a:p>
            <a:r>
              <a:rPr lang="en-US" sz="2800" dirty="0"/>
              <a:t>CFIHOS Ontology Approach 2: IDO-based Property modeling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41712033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CF697-C3E7-6E66-DB82-27513558D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D4C6F298-54FE-5E2B-523B-185151106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Example of data representation – Approach 2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EDCB0E03-4DC2-10D3-13B7-B634489A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39" y="1356967"/>
            <a:ext cx="10864321" cy="4356100"/>
          </a:xfrm>
          <a:prstGeom prst="rect">
            <a:avLst/>
          </a:prstGeom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D149B26E-8DC4-9C1B-7439-E100906FB09B}"/>
              </a:ext>
            </a:extLst>
          </p:cNvPr>
          <p:cNvSpPr txBox="1"/>
          <p:nvPr/>
        </p:nvSpPr>
        <p:spPr>
          <a:xfrm>
            <a:off x="1523969" y="5833937"/>
            <a:ext cx="9205478" cy="430696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ctr"/>
            <a:r>
              <a:rPr lang="en-GB" sz="2200" b="1" dirty="0"/>
              <a:t>My centrifugal pump 2384 has a normal operating pressure of 3.7 bar</a:t>
            </a:r>
          </a:p>
        </p:txBody>
      </p:sp>
    </p:spTree>
    <p:extLst>
      <p:ext uri="{BB962C8B-B14F-4D97-AF65-F5344CB8AC3E}">
        <p14:creationId xmlns:p14="http://schemas.microsoft.com/office/powerpoint/2010/main" val="38563411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0F88D-96A3-789A-AF13-F548DFFBF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55C6C507-532E-FB66-E080-38EF846332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Secondary result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01BAAAC1-A801-978D-17FE-0EF4BECCF0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sz="3000" dirty="0"/>
              <a:t>Shortcuts: IDO expression vs CFHIOS properties</a:t>
            </a:r>
          </a:p>
          <a:p>
            <a:endParaRPr lang="en-US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942AA1F2-4CB4-5C44-32BC-E4BAA28B3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253730"/>
            <a:ext cx="12105262" cy="366642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C3809830-6243-7069-A3DB-B1631E8FE064}"/>
              </a:ext>
            </a:extLst>
          </p:cNvPr>
          <p:cNvSpPr/>
          <p:nvPr/>
        </p:nvSpPr>
        <p:spPr>
          <a:xfrm>
            <a:off x="3446585" y="3294185"/>
            <a:ext cx="2778369" cy="633046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210476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FDB57-23F6-AC85-2C0C-C20D44E7BD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C3FB49D-E8E9-8A66-F4DE-D9FBF7829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Secondary result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E6B5DF48-83E4-CC42-9DAC-5BBE49800A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sz="3000" dirty="0"/>
              <a:t>Conversion to IDO expressions</a:t>
            </a:r>
          </a:p>
          <a:p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C127A3C-9EA1-D7C2-3C92-2B2B6135F6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49" y="2254250"/>
            <a:ext cx="11386305" cy="370205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9AEFC878-0091-86B4-0D54-547FDCE8BD61}"/>
              </a:ext>
            </a:extLst>
          </p:cNvPr>
          <p:cNvSpPr/>
          <p:nvPr/>
        </p:nvSpPr>
        <p:spPr>
          <a:xfrm>
            <a:off x="10875108" y="4955608"/>
            <a:ext cx="1023815" cy="617415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99596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3A4C5-6B0D-973D-80FF-6840F4628D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C9A6A044-BAD1-87D9-D30A-70FBF672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Secondary result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FD70B4FC-0F98-7829-EFAA-FABA28AC5B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1483324" cy="4670949"/>
          </a:xfrm>
        </p:spPr>
        <p:txBody>
          <a:bodyPr>
            <a:normAutofit/>
          </a:bodyPr>
          <a:lstStyle/>
          <a:p>
            <a:r>
              <a:rPr lang="en-US" sz="3000" dirty="0"/>
              <a:t>Conversion to IDO expressions</a:t>
            </a:r>
          </a:p>
          <a:p>
            <a:endParaRPr lang="en-US" dirty="0"/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9A772709-7486-A6C8-1609-AACDAB634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149" y="2254250"/>
            <a:ext cx="11386305" cy="3702050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B96C7B06-F7AA-7FE5-DE62-AD76E4D65240}"/>
              </a:ext>
            </a:extLst>
          </p:cNvPr>
          <p:cNvSpPr/>
          <p:nvPr/>
        </p:nvSpPr>
        <p:spPr>
          <a:xfrm>
            <a:off x="10875108" y="4955608"/>
            <a:ext cx="1023815" cy="617415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A57DE16D-DF67-C8AA-FA0F-7013BA9702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2881" y="2254250"/>
            <a:ext cx="5399119" cy="4670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6750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0B4C0-D2DA-C971-950B-7592E41B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22E17D0-5CF0-E895-6DAB-A7B00BFB1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CFIHOS Ontology Approach 2: property groups</a:t>
            </a:r>
            <a:endParaRPr lang="en-US" sz="4000" b="1" dirty="0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038D119-F6BC-4748-BDEA-DEF6F9540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Property groups were modelled as classes</a:t>
            </a:r>
          </a:p>
          <a:p>
            <a:endParaRPr lang="en-GB" sz="2200" dirty="0"/>
          </a:p>
          <a:p>
            <a:r>
              <a:rPr lang="en-GB" sz="2200" dirty="0"/>
              <a:t>Use of the annotation property </a:t>
            </a:r>
            <a:r>
              <a:rPr lang="en-GB" sz="2200" i="1" dirty="0" err="1"/>
              <a:t>schema:category</a:t>
            </a:r>
            <a:r>
              <a:rPr lang="en-GB" sz="2200" i="1" dirty="0"/>
              <a:t> </a:t>
            </a:r>
            <a:r>
              <a:rPr lang="en-GB" sz="2200" dirty="0"/>
              <a:t>to link a property with its property group</a:t>
            </a:r>
          </a:p>
        </p:txBody>
      </p:sp>
      <p:pic>
        <p:nvPicPr>
          <p:cNvPr id="3" name="Imagen 2" descr="Texto, Carta&#10;&#10;El contenido generado por IA puede ser incorrecto.">
            <a:extLst>
              <a:ext uri="{FF2B5EF4-FFF2-40B4-BE49-F238E27FC236}">
                <a16:creationId xmlns:a16="http://schemas.microsoft.com/office/drawing/2014/main" id="{DD13EB2A-C1BD-AF76-DF14-0AFCA2663E4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2355"/>
          <a:stretch>
            <a:fillRect/>
          </a:stretch>
        </p:blipFill>
        <p:spPr>
          <a:xfrm>
            <a:off x="6636590" y="1536633"/>
            <a:ext cx="4363059" cy="1241073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F13848D-4FF1-5693-8C8F-1A18DE7668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2722" y="3814233"/>
            <a:ext cx="7772400" cy="1871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402655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C14B9-ACD0-65E4-B28E-76F2C34E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62C89EDD-76BF-C588-F83D-C8AB6FBAD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800" dirty="0"/>
              <a:t>CFIHOS Ontology Approach 2: mappings to other standards</a:t>
            </a:r>
            <a:endParaRPr lang="en-US" sz="2800" b="1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E2E3867-6012-BFC0-EB24-733ABA4207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9622" y="2385391"/>
            <a:ext cx="9473935" cy="4234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DB51D29C-B841-F566-9465-047D5E8AFC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6220990" cy="4555200"/>
          </a:xfrm>
        </p:spPr>
        <p:txBody>
          <a:bodyPr>
            <a:normAutofit/>
          </a:bodyPr>
          <a:lstStyle/>
          <a:p>
            <a:r>
              <a:rPr lang="en-GB" sz="2200" dirty="0"/>
              <a:t>Use of annotation property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CBD670E2-229F-BBDD-1A9B-58FFDFE36C46}"/>
              </a:ext>
            </a:extLst>
          </p:cNvPr>
          <p:cNvSpPr/>
          <p:nvPr/>
        </p:nvSpPr>
        <p:spPr>
          <a:xfrm>
            <a:off x="2136910" y="4186316"/>
            <a:ext cx="2778369" cy="862761"/>
          </a:xfrm>
          <a:prstGeom prst="rect">
            <a:avLst/>
          </a:prstGeom>
          <a:noFill/>
          <a:ln w="63500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endParaRPr lang="en-GB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639618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AF192-D19D-05AD-8EF4-AFD5207B1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46989C5-6383-917E-1AE1-44D677A8B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sp>
        <p:nvSpPr>
          <p:cNvPr id="19" name="Marcador de texto 2">
            <a:extLst>
              <a:ext uri="{FF2B5EF4-FFF2-40B4-BE49-F238E27FC236}">
                <a16:creationId xmlns:a16="http://schemas.microsoft.com/office/drawing/2014/main" id="{59BCE6DC-A5C9-D934-26F0-42915DAD25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975449"/>
            <a:ext cx="8946514" cy="2739988"/>
          </a:xfrm>
        </p:spPr>
        <p:txBody>
          <a:bodyPr>
            <a:normAutofit/>
          </a:bodyPr>
          <a:lstStyle/>
          <a:p>
            <a:r>
              <a:rPr lang="en-US" dirty="0"/>
              <a:t>The ontology was tested by using a set of 14+1 competency questions (CQ).</a:t>
            </a:r>
          </a:p>
          <a:p>
            <a:endParaRPr lang="en-US" dirty="0"/>
          </a:p>
          <a:p>
            <a:r>
              <a:rPr lang="en-US" dirty="0"/>
              <a:t>These CQs were answered by querying the ontology through SPARQL queries.</a:t>
            </a:r>
          </a:p>
          <a:p>
            <a:endParaRPr lang="en-US" dirty="0"/>
          </a:p>
          <a:p>
            <a:pPr marL="795847" lvl="1" indent="0">
              <a:buNone/>
            </a:pPr>
            <a:endParaRPr lang="en-US" dirty="0"/>
          </a:p>
          <a:p>
            <a:pPr marL="152396" indent="0">
              <a:buNone/>
            </a:pPr>
            <a:endParaRPr lang="en-US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FC0B6B7-02D8-7E20-88E4-33930503C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1506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BF166-E987-2F13-774B-25A1E8478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5B6DCDF-2FED-E549-E7DD-9F6EFBD13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DC9F691A-B447-457F-26C5-FD79298C69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600" y="2011704"/>
            <a:ext cx="9774014" cy="3972479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3EB8915D-488A-7120-941C-7914B8FF41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07533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47CBFD-AD5F-A68B-318D-E9D2ACEE2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4044E2B9-569E-8A8C-75EB-340206C68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5A40C384-B9C2-75D4-7B8B-39F2D03DF5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9487C66F-B75E-6F69-3B25-B3DCFB9F1E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600" y="1743912"/>
            <a:ext cx="5701285" cy="1758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61216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A03AF6-19E8-A901-BD72-71E36F2D4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841AC314-9A4C-31D1-D1BA-5A1B1451F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7802E86F-CF06-1D97-B6F5-EF4B02DAB6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  <p:pic>
        <p:nvPicPr>
          <p:cNvPr id="4" name="Imagen 3">
            <a:extLst>
              <a:ext uri="{FF2B5EF4-FFF2-40B4-BE49-F238E27FC236}">
                <a16:creationId xmlns:a16="http://schemas.microsoft.com/office/drawing/2014/main" id="{DD1358B5-3981-33D2-2398-1BD47306E9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49" y="1734824"/>
            <a:ext cx="11490185" cy="1221440"/>
          </a:xfrm>
          <a:prstGeom prst="rect">
            <a:avLst/>
          </a:prstGeom>
        </p:spPr>
      </p:pic>
      <p:pic>
        <p:nvPicPr>
          <p:cNvPr id="6" name="Imagen 5">
            <a:extLst>
              <a:ext uri="{FF2B5EF4-FFF2-40B4-BE49-F238E27FC236}">
                <a16:creationId xmlns:a16="http://schemas.microsoft.com/office/drawing/2014/main" id="{90F5D4DB-71A3-0323-4EDE-E9185E65D3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1050" y="3593238"/>
            <a:ext cx="5660032" cy="1029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57262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B85CABA-F040-A4C5-F499-BC40D3424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5429BF6-4D0A-279F-E18B-712DCA148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CA04276-80F4-74EA-50B5-085147803F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581" y="1745433"/>
            <a:ext cx="7787812" cy="2696121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94B5B8F8-389B-E5AC-CDB6-9ABF3949AC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1700" y="3586386"/>
            <a:ext cx="3806734" cy="239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3869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D9321CF-CC40-8799-9B73-A41F91701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9D647948-4100-E75F-9B1F-B76AD10F3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40CB32-5B68-ECA7-2FF5-8D3FBBF7E4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249" y="1847832"/>
            <a:ext cx="10231278" cy="3477110"/>
          </a:xfrm>
          <a:prstGeom prst="rect">
            <a:avLst/>
          </a:prstGeom>
        </p:spPr>
      </p:pic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A18B2064-D93F-8F5F-740D-1C7D4B2875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8342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3DE4C-9D0B-C0B6-2534-0FF143BB4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E1ACCAE3-26B3-EB5B-4689-2507165A1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Testing the CFIHOS ontology</a:t>
            </a:r>
            <a:endParaRPr lang="en-US" sz="4000" b="1" dirty="0"/>
          </a:p>
        </p:txBody>
      </p:sp>
      <p:pic>
        <p:nvPicPr>
          <p:cNvPr id="5" name="Imagen 4" descr="Icono&#10;&#10;El contenido generado por IA puede ser incorrecto.">
            <a:extLst>
              <a:ext uri="{FF2B5EF4-FFF2-40B4-BE49-F238E27FC236}">
                <a16:creationId xmlns:a16="http://schemas.microsoft.com/office/drawing/2014/main" id="{E91AA7DF-0CC2-A95B-2D69-C75A6C8190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5026" y="3586387"/>
            <a:ext cx="3153408" cy="1986278"/>
          </a:xfrm>
          <a:prstGeom prst="rect">
            <a:avLst/>
          </a:prstGeom>
        </p:spPr>
      </p:pic>
      <p:pic>
        <p:nvPicPr>
          <p:cNvPr id="3" name="Imagen 2" descr="Tabla&#10;&#10;El contenido generado por IA puede ser incorrecto.">
            <a:extLst>
              <a:ext uri="{FF2B5EF4-FFF2-40B4-BE49-F238E27FC236}">
                <a16:creationId xmlns:a16="http://schemas.microsoft.com/office/drawing/2014/main" id="{7509C6D7-E11C-7F4E-AB15-EA33A1A6E17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155" y="1657176"/>
            <a:ext cx="5913054" cy="148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075866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841F48-DE58-3E58-5D98-1E277ED27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F01EA274-FCD3-A4E5-DF7F-AAB17338A5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</p:spPr>
        <p:txBody>
          <a:bodyPr>
            <a:normAutofit/>
          </a:bodyPr>
          <a:lstStyle/>
          <a:p>
            <a:r>
              <a:rPr lang="en-US" sz="4000" dirty="0"/>
              <a:t>Next steps</a:t>
            </a:r>
            <a:endParaRPr lang="en-US" sz="4000" b="1" dirty="0"/>
          </a:p>
        </p:txBody>
      </p:sp>
      <p:sp>
        <p:nvSpPr>
          <p:cNvPr id="2" name="Marcador de texto 2">
            <a:extLst>
              <a:ext uri="{FF2B5EF4-FFF2-40B4-BE49-F238E27FC236}">
                <a16:creationId xmlns:a16="http://schemas.microsoft.com/office/drawing/2014/main" id="{6C622C0E-A0BE-21D8-09E0-E28137FBDD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599" y="1593684"/>
            <a:ext cx="10638223" cy="4670949"/>
          </a:xfrm>
        </p:spPr>
        <p:txBody>
          <a:bodyPr>
            <a:normAutofit fontScale="47500" lnSpcReduction="20000"/>
          </a:bodyPr>
          <a:lstStyle/>
          <a:p>
            <a:r>
              <a:rPr lang="en-US" sz="4500" dirty="0"/>
              <a:t>Not modelled sheets</a:t>
            </a:r>
          </a:p>
          <a:p>
            <a:pPr lvl="1"/>
            <a:r>
              <a:rPr lang="en-US" sz="4500" b="1" dirty="0"/>
              <a:t>handover event</a:t>
            </a:r>
            <a:r>
              <a:rPr lang="en-US" sz="4500" dirty="0"/>
              <a:t>: five types of project milestone. Worthy?</a:t>
            </a:r>
          </a:p>
          <a:p>
            <a:pPr lvl="1"/>
            <a:r>
              <a:rPr lang="en-US" sz="4500" b="1" dirty="0"/>
              <a:t>Jip33 info required spec</a:t>
            </a:r>
            <a:r>
              <a:rPr lang="en-US" sz="4500" dirty="0"/>
              <a:t>: documents that define the information required for procuring equipment in the oil and gas industry. Needed in the ontology?</a:t>
            </a:r>
          </a:p>
          <a:p>
            <a:pPr lvl="1"/>
            <a:r>
              <a:rPr lang="en-US" sz="4500" b="1" dirty="0"/>
              <a:t>Data dictionary</a:t>
            </a:r>
            <a:r>
              <a:rPr lang="en-US" sz="4500" dirty="0"/>
              <a:t>: definitions of classes and properties with format for properties. Maybe of interest for data validation (shapes)</a:t>
            </a:r>
          </a:p>
          <a:p>
            <a:pPr marL="152396" indent="0">
              <a:buNone/>
            </a:pPr>
            <a:endParaRPr lang="en-US" sz="4500" dirty="0"/>
          </a:p>
          <a:p>
            <a:r>
              <a:rPr lang="en-US" sz="4500" dirty="0"/>
              <a:t>Tag vs equipment</a:t>
            </a:r>
          </a:p>
          <a:p>
            <a:endParaRPr lang="en-US" sz="4500" dirty="0"/>
          </a:p>
          <a:p>
            <a:r>
              <a:rPr lang="en-US" sz="4500" dirty="0"/>
              <a:t>Share the ontology with the CFIHOS community and the W3C community group  (https://www.w3.org/groups/cg/</a:t>
            </a:r>
            <a:r>
              <a:rPr lang="en-US" sz="4500" dirty="0" err="1"/>
              <a:t>oki</a:t>
            </a:r>
            <a:r>
              <a:rPr lang="en-US" sz="4500" dirty="0"/>
              <a:t>/)</a:t>
            </a:r>
          </a:p>
          <a:p>
            <a:pPr lvl="1"/>
            <a:endParaRPr lang="en-US" sz="4500" dirty="0"/>
          </a:p>
          <a:p>
            <a:endParaRPr lang="en-US" sz="4500" dirty="0"/>
          </a:p>
          <a:p>
            <a:r>
              <a:rPr lang="en-US" sz="4500" dirty="0"/>
              <a:t>Alignment with CDM and other standards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933923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EC1DC-559E-C706-CC9D-263B1A7FB4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85E1A-2B75-8383-9FCD-41293F4EC1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7063" y="1414800"/>
            <a:ext cx="10321023" cy="3114000"/>
          </a:xfrm>
        </p:spPr>
        <p:txBody>
          <a:bodyPr/>
          <a:lstStyle/>
          <a:p>
            <a:r>
              <a:rPr lang="en-US" dirty="0"/>
              <a:t>Towards the harmonization of industrial standards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Development of CFIHOS ontology</a:t>
            </a:r>
          </a:p>
        </p:txBody>
      </p:sp>
      <p:sp>
        <p:nvSpPr>
          <p:cNvPr id="4" name="Subtítulo 3">
            <a:extLst>
              <a:ext uri="{FF2B5EF4-FFF2-40B4-BE49-F238E27FC236}">
                <a16:creationId xmlns:a16="http://schemas.microsoft.com/office/drawing/2014/main" id="{46B4D31F-F005-9F66-B8E9-E2C5D9CF0A8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7064" y="4528799"/>
            <a:ext cx="8207374" cy="1489751"/>
          </a:xfrm>
        </p:spPr>
        <p:txBody>
          <a:bodyPr/>
          <a:lstStyle/>
          <a:p>
            <a:r>
              <a:rPr lang="en-US" noProof="0" dirty="0"/>
              <a:t>Francisco Abad Navarro</a:t>
            </a:r>
          </a:p>
          <a:p>
            <a:r>
              <a:rPr lang="en-US" noProof="0" dirty="0"/>
              <a:t>Jesualdo Tomás Fernández Breis</a:t>
            </a:r>
          </a:p>
          <a:p>
            <a:r>
              <a:rPr lang="en-US" noProof="0" dirty="0"/>
              <a:t>Alexander Garcia</a:t>
            </a:r>
          </a:p>
          <a:p>
            <a:r>
              <a:rPr lang="en-US" dirty="0"/>
              <a:t>Andreas Neumann</a:t>
            </a:r>
          </a:p>
          <a:p>
            <a:endParaRPr lang="en-US" noProof="0" dirty="0"/>
          </a:p>
          <a:p>
            <a:endParaRPr lang="en-US" noProof="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0542619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10E3A-6C83-8613-BB5C-0B2CB9AF0B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056D23A3-1B5D-B902-5E74-58819AFFAA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599" y="593367"/>
            <a:ext cx="5047651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Overview of the CDM</a:t>
            </a:r>
            <a:endParaRPr lang="en-US" sz="4000" b="1" dirty="0"/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F28C3650-4478-3C59-9BB5-B47210A988C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BB936234-5358-BE15-86B3-15301D09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811" y="1227560"/>
            <a:ext cx="9630378" cy="5488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267707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7D5F-204C-8AD6-50BC-1DD858A17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itle 1">
            <a:extLst>
              <a:ext uri="{FF2B5EF4-FFF2-40B4-BE49-F238E27FC236}">
                <a16:creationId xmlns:a16="http://schemas.microsoft.com/office/drawing/2014/main" id="{B60FC94B-7A51-B957-B1EC-C5BE4FF28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3843884" cy="763600"/>
          </a:xfrm>
        </p:spPr>
        <p:txBody>
          <a:bodyPr>
            <a:normAutofit fontScale="90000"/>
          </a:bodyPr>
          <a:lstStyle/>
          <a:p>
            <a:r>
              <a:rPr lang="en-US" sz="4000" dirty="0"/>
              <a:t>Alignment with CDM</a:t>
            </a:r>
            <a:endParaRPr lang="en-US" sz="4000" b="1" dirty="0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2E7DADE3-E651-4AF7-3707-BFBEDFEBF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2919" y="0"/>
            <a:ext cx="56991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495979"/>
      </p:ext>
    </p:extLst>
  </p:cSld>
  <p:clrMapOvr>
    <a:masterClrMapping/>
  </p:clrMapOvr>
</p:sld>
</file>

<file path=ppt/theme/theme1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4D217A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lIns="0" tIns="0" rIns="0" bIns="0" rtlCol="0" anchor="ctr"/>
      <a:lstStyle>
        <a:defPPr algn="ctr">
          <a:defRPr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 cap="rnd">
          <a:gradFill>
            <a:gsLst>
              <a:gs pos="0">
                <a:schemeClr val="tx1"/>
              </a:gs>
              <a:gs pos="100000">
                <a:schemeClr val="tx1">
                  <a:alpha val="5000"/>
                </a:schemeClr>
              </a:gs>
            </a:gsLst>
            <a:lin ang="0" scaled="0"/>
          </a:gradFill>
        </a:ln>
        <a:effectLst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dirty="0" err="1" smtClean="0"/>
        </a:defPPr>
      </a:lstStyle>
    </a:txDef>
  </a:objectDefaults>
  <a:extraClrSchemeLst/>
  <a:custClrLst>
    <a:custClr name="SE Brown 0">
      <a:srgbClr val="EFEBEA"/>
    </a:custClr>
    <a:custClr name="SE Brown 3">
      <a:srgbClr val="8F7C7A"/>
    </a:custClr>
    <a:custClr name="SE Gray 0">
      <a:srgbClr val="EAF4F8"/>
    </a:custClr>
    <a:custClr name="SE Gray 3">
      <a:srgbClr val="96B0C0"/>
    </a:custClr>
    <a:custClr name="SE Green 0">
      <a:srgbClr val="DCFFDC"/>
    </a:custClr>
    <a:custClr name="SE Green 3">
      <a:srgbClr val="27B66D"/>
    </a:custClr>
    <a:custClr name="SE Blue 0">
      <a:srgbClr val="CAF9FF"/>
    </a:custClr>
    <a:custClr name="SE Blue 3">
      <a:srgbClr val="0084E1"/>
    </a:custClr>
    <a:custClr name="SE Yellow 0">
      <a:srgbClr val="FCFCB5"/>
    </a:custClr>
    <a:custClr name="SE Yellow 3">
      <a:srgbClr val="E2D000"/>
    </a:custClr>
    <a:custClr name="SE Brown 1">
      <a:srgbClr val="CFC0BE"/>
    </a:custClr>
    <a:custClr name="SE Brown 4">
      <a:srgbClr val="7D6766"/>
    </a:custClr>
    <a:custClr name="SE Gray 1">
      <a:srgbClr val="D7E4EE"/>
    </a:custClr>
    <a:custClr name="SE Gray 4">
      <a:srgbClr val="7B919D"/>
    </a:custClr>
    <a:custClr name="SE Green 1">
      <a:srgbClr val="00FD79"/>
    </a:custClr>
    <a:custClr name="SE Green 4">
      <a:srgbClr val="009B55"/>
    </a:custClr>
    <a:custClr name="SE Blue 1">
      <a:srgbClr val="6ADDFF"/>
    </a:custClr>
    <a:custClr name="SE Blue 4">
      <a:srgbClr val="0057C6"/>
    </a:custClr>
    <a:custClr name="SE Yellow 1">
      <a:srgbClr val="FFF91F"/>
    </a:custClr>
    <a:custClr name="SE Yellow 4">
      <a:srgbClr val="C6AE00"/>
    </a:custClr>
    <a:custClr name="SE Brown 2">
      <a:srgbClr val="AF9E9C"/>
    </a:custClr>
    <a:custClr name="SE Brown 5">
      <a:srgbClr val="564646"/>
    </a:custClr>
    <a:custClr name="SE Gray 2">
      <a:srgbClr val="B8CEDB"/>
    </a:custClr>
    <a:custClr name="SE Gray 5">
      <a:srgbClr val="54646E"/>
    </a:custClr>
    <a:custClr name="SE Green 2">
      <a:srgbClr val="14DA79"/>
    </a:custClr>
    <a:custClr name="SE Green 5">
      <a:srgbClr val="006C3B"/>
    </a:custClr>
    <a:custClr name="SE Blue 2">
      <a:srgbClr val="21C0FF"/>
    </a:custClr>
    <a:custClr name="SE Blue 5">
      <a:srgbClr val="00328C"/>
    </a:custClr>
    <a:custClr name="SE Yellow 2">
      <a:srgbClr val="F6E600"/>
    </a:custClr>
    <a:custClr name="SE Yellow 5">
      <a:srgbClr val="8C7500"/>
    </a:custClr>
  </a:custClrLst>
  <a:extLst>
    <a:ext uri="{05A4C25C-085E-4340-85A3-A5531E510DB2}">
      <thm15:themeFamily xmlns:thm15="http://schemas.microsoft.com/office/thememl/2012/main" name="SE_PPT-Template.pptx" id="{023A37F2-AF87-4822-B4D0-64FAE8ABED5E}" vid="{9F6375CC-19C6-408F-A8EE-C21CBC27B287}"/>
    </a:ext>
  </a:extLst>
</a:theme>
</file>

<file path=ppt/theme/theme2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iemens Energy">
  <a:themeElements>
    <a:clrScheme name="Siemens Energy">
      <a:dk1>
        <a:srgbClr val="1B1534"/>
      </a:dk1>
      <a:lt1>
        <a:sysClr val="window" lastClr="FFFFFF"/>
      </a:lt1>
      <a:dk2>
        <a:srgbClr val="1B1534"/>
      </a:dk2>
      <a:lt2>
        <a:srgbClr val="D7E4EE"/>
      </a:lt2>
      <a:accent1>
        <a:srgbClr val="D7E4EE"/>
      </a:accent1>
      <a:accent2>
        <a:srgbClr val="4D217A"/>
      </a:accent2>
      <a:accent3>
        <a:srgbClr val="8A00E5"/>
      </a:accent3>
      <a:accent4>
        <a:srgbClr val="009999"/>
      </a:accent4>
      <a:accent5>
        <a:srgbClr val="F6E600"/>
      </a:accent5>
      <a:accent6>
        <a:srgbClr val="7B919D"/>
      </a:accent6>
      <a:hlink>
        <a:srgbClr val="8A00E5"/>
      </a:hlink>
      <a:folHlink>
        <a:srgbClr val="7B919D"/>
      </a:folHlink>
    </a:clrScheme>
    <a:fontScheme name="Siemens Energy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SE_PPT-Template</Template>
  <TotalTime>7023</TotalTime>
  <Words>1956</Words>
  <Application>Microsoft Macintosh PowerPoint</Application>
  <PresentationFormat>Panorámica</PresentationFormat>
  <Paragraphs>480</Paragraphs>
  <Slides>52</Slides>
  <Notes>52</Notes>
  <HiddenSlides>17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52</vt:i4>
      </vt:variant>
    </vt:vector>
  </HeadingPairs>
  <TitlesOfParts>
    <vt:vector size="56" baseType="lpstr">
      <vt:lpstr>Arial</vt:lpstr>
      <vt:lpstr>Times New Roman</vt:lpstr>
      <vt:lpstr>Wingdings</vt:lpstr>
      <vt:lpstr>Siemens Energy</vt:lpstr>
      <vt:lpstr>Towards the harmonization of industrial standards  Development of CFIHOS ontology </vt:lpstr>
      <vt:lpstr>The Ecosystem of Industry Standards</vt:lpstr>
      <vt:lpstr>The Ecosystem of Industry Standards</vt:lpstr>
      <vt:lpstr>A Siemens Energy Centrifugal Pump</vt:lpstr>
      <vt:lpstr>A Siemens Energy Centrifugal Pump</vt:lpstr>
      <vt:lpstr>A Siemens Energy Centrifugal Pump</vt:lpstr>
      <vt:lpstr>Common aspects of the standards</vt:lpstr>
      <vt:lpstr>Common aspects of the standards</vt:lpstr>
      <vt:lpstr>Common aspects of the standards</vt:lpstr>
      <vt:lpstr>Common aspects of the standards</vt:lpstr>
      <vt:lpstr>Common aspects of the standards</vt:lpstr>
      <vt:lpstr>Common aspects of the standards</vt:lpstr>
      <vt:lpstr>CFIHOS</vt:lpstr>
      <vt:lpstr>CFIHOS distribution Version 2.0 October 2024</vt:lpstr>
      <vt:lpstr>CFIHOS reference data library</vt:lpstr>
      <vt:lpstr>CFIHOS reference data library</vt:lpstr>
      <vt:lpstr>CFIHOS OWL version</vt:lpstr>
      <vt:lpstr>CFIHOS OWL version</vt:lpstr>
      <vt:lpstr>CFIHOS Modelling Approaches</vt:lpstr>
      <vt:lpstr>CFIHOS Ontology Approach 1</vt:lpstr>
      <vt:lpstr>CFIHOS Ontology Approach 1: classes</vt:lpstr>
      <vt:lpstr>CFIHOS Ontology Approach 1: classes</vt:lpstr>
      <vt:lpstr>CFIHOS Ontology Approach 1: properties</vt:lpstr>
      <vt:lpstr>CFIHOS Ontology Approach 1: properties</vt:lpstr>
      <vt:lpstr>CFIHOS Ontology Approach 1: properties</vt:lpstr>
      <vt:lpstr>Example of data representation – Approach 1</vt:lpstr>
      <vt:lpstr>CFIHOS Ontology Approach 2</vt:lpstr>
      <vt:lpstr>Presentación de PowerPoint</vt:lpstr>
      <vt:lpstr>Presentación de PowerPoint</vt:lpstr>
      <vt:lpstr>CFIHOS Ontology Approach 2: Linking CFIHOS classes to the IDO</vt:lpstr>
      <vt:lpstr>CFIHOS Ontology Approach 2: Linking CFIHOS classes to the IDO</vt:lpstr>
      <vt:lpstr>CFIHOS Ontology Approach 2: properties</vt:lpstr>
      <vt:lpstr>CFIHOS Ontology Approach 2: IDO-based Property modeling</vt:lpstr>
      <vt:lpstr>CFIHOS Ontology Approach 2: IDO-based Property modeling</vt:lpstr>
      <vt:lpstr>CFIHOS Ontology Approach 2: IDO-based Property modeling</vt:lpstr>
      <vt:lpstr>Example of data representation – Approach 2</vt:lpstr>
      <vt:lpstr>Secondary result</vt:lpstr>
      <vt:lpstr>Secondary result</vt:lpstr>
      <vt:lpstr>Secondary result</vt:lpstr>
      <vt:lpstr>CFIHOS Ontology Approach 2: property groups</vt:lpstr>
      <vt:lpstr>CFIHOS Ontology Approach 2: mappings to other standards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Testing the CFIHOS ontology</vt:lpstr>
      <vt:lpstr>Next steps</vt:lpstr>
      <vt:lpstr>Towards the harmonization of industrial standards  Development of CFIHOS ontology</vt:lpstr>
      <vt:lpstr>Overview of the CDM</vt:lpstr>
      <vt:lpstr>Alignment with CDM</vt:lpstr>
    </vt:vector>
  </TitlesOfParts>
  <Company>Siemens Energy</Company>
  <LinksUpToDate>false</LinksUpToDate>
  <SharedDoc>false</SharedDoc>
  <HyperlinkBase>www.siemens-energy.com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Siemens Energy White Template</dc:title>
  <dc:creator>fabad</dc:creator>
  <dc:description>March 2022
Version 1.2</dc:description>
  <cp:lastModifiedBy>JESUALDO TOMAS FERNANDEZ BREIS</cp:lastModifiedBy>
  <cp:revision>425</cp:revision>
  <cp:lastPrinted>2020-03-11T17:11:35Z</cp:lastPrinted>
  <dcterms:created xsi:type="dcterms:W3CDTF">2020-10-26T15:38:43Z</dcterms:created>
  <dcterms:modified xsi:type="dcterms:W3CDTF">2026-02-11T14:46:12Z</dcterms:modified>
  <cp:contentStatus>Template</cp:contentStatus>
</cp:coreProperties>
</file>
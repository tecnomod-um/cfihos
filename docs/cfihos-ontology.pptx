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076136643" r:id="rId2"/>
    <p:sldId id="2076136468" r:id="rId3"/>
    <p:sldId id="2076136601" r:id="rId4"/>
    <p:sldId id="2076136602" r:id="rId5"/>
    <p:sldId id="2076136605" r:id="rId6"/>
    <p:sldId id="2076136604" r:id="rId7"/>
    <p:sldId id="2076136469" r:id="rId8"/>
    <p:sldId id="2076136646" r:id="rId9"/>
    <p:sldId id="2076136682" r:id="rId10"/>
    <p:sldId id="2076136625" r:id="rId11"/>
    <p:sldId id="2076136645" r:id="rId12"/>
    <p:sldId id="2076136683" r:id="rId13"/>
    <p:sldId id="2076136676" r:id="rId14"/>
    <p:sldId id="2076136656" r:id="rId15"/>
    <p:sldId id="2076136654" r:id="rId16"/>
    <p:sldId id="2076136675" r:id="rId17"/>
    <p:sldId id="2076136684" r:id="rId18"/>
    <p:sldId id="2076136663" r:id="rId19"/>
    <p:sldId id="2076136664" r:id="rId20"/>
    <p:sldId id="2076136665" r:id="rId21"/>
    <p:sldId id="2076136677" r:id="rId22"/>
    <p:sldId id="2076136659" r:id="rId23"/>
    <p:sldId id="2076136680" r:id="rId24"/>
    <p:sldId id="2076136672" r:id="rId25"/>
    <p:sldId id="2076136681" r:id="rId26"/>
    <p:sldId id="2076136632" r:id="rId27"/>
    <p:sldId id="2076136633" r:id="rId28"/>
    <p:sldId id="2076136634" r:id="rId29"/>
    <p:sldId id="2076136635" r:id="rId30"/>
    <p:sldId id="2076136636" r:id="rId31"/>
    <p:sldId id="2076136637" r:id="rId32"/>
    <p:sldId id="2076136673" r:id="rId33"/>
    <p:sldId id="2076136678" r:id="rId34"/>
    <p:sldId id="2076136686" r:id="rId35"/>
    <p:sldId id="2076136685" r:id="rId36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C94317-0DDF-5F08-C115-2646DBDC704D}" name="JESUALDO TOMAS FERNANDEZ BREIS" initials="JF" userId="S::jfernand@um.es::f3f5f80b-f594-499d-889b-f03492c27572" providerId="AD"/>
  <p188:author id="{3F320E7D-C643-C620-1B51-AD75C62C5C3C}" name="FRANCISCO ABAD NAVARRO" initials="FA" userId="S::francisco.abad@um.es::2055515b-7ace-4cfb-96ff-00f85e63f8e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 w="12700" cmpd="sng">
              <a:solidFill>
                <a:schemeClr val="accent6"/>
              </a:solidFill>
            </a:ln>
          </a:top>
        </a:tcBdr>
      </a:tcStyle>
    </a:band1H>
    <a:band2H>
      <a:tcStyle>
        <a:tcBdr>
          <a:top>
            <a:ln w="12700" cmpd="sng">
              <a:solidFill>
                <a:schemeClr val="accent6"/>
              </a:solidFill>
            </a:ln>
          </a:top>
        </a:tcBdr>
      </a:tcStyle>
    </a:band2H>
    <a:band1V>
      <a:tcStyle>
        <a:tcBdr/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lastRow>
    <a:firstRow>
      <a:tcTxStyle>
        <a:fontRef idx="minor">
          <a:scrgbClr r="0" g="0" b="0"/>
        </a:fontRef>
        <a:schemeClr val="accent2"/>
      </a:tcTxStyle>
      <a:tcStyle>
        <a:tcBdr>
          <a:top>
            <a:ln w="0" cmpd="sng">
              <a:solidFill>
                <a:schemeClr val="accent2"/>
              </a:solidFill>
            </a:ln>
          </a:top>
          <a:bottom>
            <a:ln w="252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20" autoAdjust="0"/>
    <p:restoredTop sz="95761" autoAdjust="0"/>
  </p:normalViewPr>
  <p:slideViewPr>
    <p:cSldViewPr snapToGrid="0">
      <p:cViewPr varScale="1">
        <p:scale>
          <a:sx n="109" d="100"/>
          <a:sy n="109" d="100"/>
        </p:scale>
        <p:origin x="1120" y="184"/>
      </p:cViewPr>
      <p:guideLst/>
    </p:cSldViewPr>
  </p:slideViewPr>
  <p:outlineViewPr>
    <p:cViewPr>
      <p:scale>
        <a:sx n="33" d="100"/>
        <a:sy n="33" d="100"/>
      </p:scale>
      <p:origin x="0" y="-1077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-21732"/>
    </p:cViewPr>
  </p:sorterViewPr>
  <p:notesViewPr>
    <p:cSldViewPr snapToGrid="0" showGuides="1">
      <p:cViewPr varScale="1">
        <p:scale>
          <a:sx n="109" d="100"/>
          <a:sy n="109" d="100"/>
        </p:scale>
        <p:origin x="51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CE2A2D-C11C-7643-A939-441BE0CFB0FF}" type="doc">
      <dgm:prSet loTypeId="urn:microsoft.com/office/officeart/2005/8/layout/default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226806BD-E944-1249-BF8B-E434ADBAE721}">
      <dgm:prSet phldrT="[Texto]" custT="1"/>
      <dgm:spPr/>
      <dgm:t>
        <a:bodyPr/>
        <a:lstStyle/>
        <a:p>
          <a:pPr algn="l"/>
          <a:r>
            <a:rPr lang="en-US" sz="1800" b="1" dirty="0"/>
            <a:t>Asset Management</a:t>
          </a:r>
        </a:p>
      </dgm:t>
    </dgm:pt>
    <dgm:pt modelId="{1AA03334-E927-B441-9DBB-6BDD673B37DC}" type="parTrans" cxnId="{B727165C-CA17-1044-A14C-E1E736269B5F}">
      <dgm:prSet/>
      <dgm:spPr/>
      <dgm:t>
        <a:bodyPr/>
        <a:lstStyle/>
        <a:p>
          <a:endParaRPr lang="es-ES" sz="2400"/>
        </a:p>
      </dgm:t>
    </dgm:pt>
    <dgm:pt modelId="{2398F5B4-CBA3-CE4F-A343-87E8AB077614}" type="sibTrans" cxnId="{B727165C-CA17-1044-A14C-E1E736269B5F}">
      <dgm:prSet/>
      <dgm:spPr/>
      <dgm:t>
        <a:bodyPr/>
        <a:lstStyle/>
        <a:p>
          <a:endParaRPr lang="es-ES" sz="2400"/>
        </a:p>
      </dgm:t>
    </dgm:pt>
    <dgm:pt modelId="{FDE74685-4D76-B34D-A754-D5646CD812D3}">
      <dgm:prSet phldrT="[Texto]" custT="1"/>
      <dgm:spPr/>
      <dgm:t>
        <a:bodyPr/>
        <a:lstStyle/>
        <a:p>
          <a:r>
            <a:rPr lang="en-US" sz="1800" b="1" dirty="0"/>
            <a:t>Identification &amp; Classification</a:t>
          </a:r>
        </a:p>
      </dgm:t>
    </dgm:pt>
    <dgm:pt modelId="{9D5EAC80-F093-7D46-A3F8-DF948BD6DD02}" type="parTrans" cxnId="{56AE7FCF-6210-3F4F-AEB8-BA6D64CBE27D}">
      <dgm:prSet/>
      <dgm:spPr/>
      <dgm:t>
        <a:bodyPr/>
        <a:lstStyle/>
        <a:p>
          <a:endParaRPr lang="es-ES" sz="2400"/>
        </a:p>
      </dgm:t>
    </dgm:pt>
    <dgm:pt modelId="{FD438077-3E6C-0542-9D82-71318921E987}" type="sibTrans" cxnId="{56AE7FCF-6210-3F4F-AEB8-BA6D64CBE27D}">
      <dgm:prSet/>
      <dgm:spPr/>
      <dgm:t>
        <a:bodyPr/>
        <a:lstStyle/>
        <a:p>
          <a:endParaRPr lang="es-ES" sz="2400"/>
        </a:p>
      </dgm:t>
    </dgm:pt>
    <dgm:pt modelId="{316970BC-F8CF-C746-9E16-B97F64A9E495}">
      <dgm:prSet phldrT="[Texto]" custT="1"/>
      <dgm:spPr/>
      <dgm:t>
        <a:bodyPr/>
        <a:lstStyle/>
        <a:p>
          <a:r>
            <a:rPr lang="en-US" sz="1800" b="1" dirty="0"/>
            <a:t>Equipment &amp; Data Model</a:t>
          </a:r>
        </a:p>
      </dgm:t>
    </dgm:pt>
    <dgm:pt modelId="{E4085862-D95A-9E43-A6C7-2680A4BB7635}" type="parTrans" cxnId="{BE9A153B-66DE-104D-89ED-BD85EBD824E2}">
      <dgm:prSet/>
      <dgm:spPr/>
      <dgm:t>
        <a:bodyPr/>
        <a:lstStyle/>
        <a:p>
          <a:endParaRPr lang="es-ES" sz="2400"/>
        </a:p>
      </dgm:t>
    </dgm:pt>
    <dgm:pt modelId="{8D406154-42E0-7C45-B9F2-31E5C686A327}" type="sibTrans" cxnId="{BE9A153B-66DE-104D-89ED-BD85EBD824E2}">
      <dgm:prSet/>
      <dgm:spPr/>
      <dgm:t>
        <a:bodyPr/>
        <a:lstStyle/>
        <a:p>
          <a:endParaRPr lang="es-ES" sz="2400"/>
        </a:p>
      </dgm:t>
    </dgm:pt>
    <dgm:pt modelId="{71AB6223-C88D-D540-AB19-5729AD0779AE}">
      <dgm:prSet phldrT="[Texto]" custT="1"/>
      <dgm:spPr/>
      <dgm:t>
        <a:bodyPr/>
        <a:lstStyle/>
        <a:p>
          <a:r>
            <a:rPr lang="en-US" sz="1800" b="1" dirty="0"/>
            <a:t>Maintenance &amp; Reliability</a:t>
          </a:r>
        </a:p>
      </dgm:t>
    </dgm:pt>
    <dgm:pt modelId="{3A982CE3-4747-134F-A15C-4B8859592FAD}" type="parTrans" cxnId="{DAC573F5-903B-D049-908A-EF57BD361A04}">
      <dgm:prSet/>
      <dgm:spPr/>
      <dgm:t>
        <a:bodyPr/>
        <a:lstStyle/>
        <a:p>
          <a:endParaRPr lang="es-ES" sz="2400"/>
        </a:p>
      </dgm:t>
    </dgm:pt>
    <dgm:pt modelId="{F0C4C291-2F08-E24C-A325-F0EB0709AF6C}" type="sibTrans" cxnId="{DAC573F5-903B-D049-908A-EF57BD361A04}">
      <dgm:prSet/>
      <dgm:spPr/>
      <dgm:t>
        <a:bodyPr/>
        <a:lstStyle/>
        <a:p>
          <a:endParaRPr lang="es-ES" sz="2400"/>
        </a:p>
      </dgm:t>
    </dgm:pt>
    <dgm:pt modelId="{0B1F9CD0-909C-0E42-838D-9780C97A1DB5}">
      <dgm:prSet phldrT="[Texto]" custT="1"/>
      <dgm:spPr/>
      <dgm:t>
        <a:bodyPr/>
        <a:lstStyle/>
        <a:p>
          <a:pPr algn="l"/>
          <a:r>
            <a:rPr lang="en-US" sz="1400" dirty="0"/>
            <a:t>ISO 55000 series</a:t>
          </a:r>
        </a:p>
      </dgm:t>
    </dgm:pt>
    <dgm:pt modelId="{2BDF28FB-9B60-6C4D-9600-6F21FDA1B6A7}" type="parTrans" cxnId="{319E1743-98D3-994C-8A84-FFF9D7FB9864}">
      <dgm:prSet/>
      <dgm:spPr/>
      <dgm:t>
        <a:bodyPr/>
        <a:lstStyle/>
        <a:p>
          <a:endParaRPr lang="es-ES" sz="2400"/>
        </a:p>
      </dgm:t>
    </dgm:pt>
    <dgm:pt modelId="{29CE62D4-F899-6245-AD91-FE65F0168725}" type="sibTrans" cxnId="{319E1743-98D3-994C-8A84-FFF9D7FB9864}">
      <dgm:prSet/>
      <dgm:spPr/>
      <dgm:t>
        <a:bodyPr/>
        <a:lstStyle/>
        <a:p>
          <a:endParaRPr lang="es-ES" sz="2400"/>
        </a:p>
      </dgm:t>
    </dgm:pt>
    <dgm:pt modelId="{857E776E-C306-DF42-BA56-F4842E5A42EB}">
      <dgm:prSet phldrT="[Texto]" custT="1"/>
      <dgm:spPr/>
      <dgm:t>
        <a:bodyPr/>
        <a:lstStyle/>
        <a:p>
          <a:pPr algn="l"/>
          <a:r>
            <a:rPr lang="en-US" sz="1400" dirty="0"/>
            <a:t>PAS 55</a:t>
          </a:r>
        </a:p>
      </dgm:t>
    </dgm:pt>
    <dgm:pt modelId="{40E49F44-89D0-A64E-B305-F82212355425}" type="parTrans" cxnId="{AE580184-2A58-8E47-9A62-2A8BB68D75AB}">
      <dgm:prSet/>
      <dgm:spPr/>
      <dgm:t>
        <a:bodyPr/>
        <a:lstStyle/>
        <a:p>
          <a:endParaRPr lang="es-ES" sz="2400"/>
        </a:p>
      </dgm:t>
    </dgm:pt>
    <dgm:pt modelId="{B72656E1-861C-C340-A127-999C7FCA6843}" type="sibTrans" cxnId="{AE580184-2A58-8E47-9A62-2A8BB68D75AB}">
      <dgm:prSet/>
      <dgm:spPr/>
      <dgm:t>
        <a:bodyPr/>
        <a:lstStyle/>
        <a:p>
          <a:endParaRPr lang="es-ES" sz="2400"/>
        </a:p>
      </dgm:t>
    </dgm:pt>
    <dgm:pt modelId="{C2524D90-6D1C-5F4D-B56F-D9C9E1C1C5B1}">
      <dgm:prSet phldrT="[Texto]" custT="1"/>
      <dgm:spPr/>
      <dgm:t>
        <a:bodyPr/>
        <a:lstStyle/>
        <a:p>
          <a:pPr algn="l"/>
          <a:r>
            <a:rPr lang="en-US" sz="1400" dirty="0"/>
            <a:t>ISO19650</a:t>
          </a:r>
        </a:p>
      </dgm:t>
    </dgm:pt>
    <dgm:pt modelId="{147E4587-CDDF-D74A-B26B-9A5823F14E38}" type="parTrans" cxnId="{1D031C9E-1059-1C47-8E64-CB84300C6017}">
      <dgm:prSet/>
      <dgm:spPr/>
      <dgm:t>
        <a:bodyPr/>
        <a:lstStyle/>
        <a:p>
          <a:endParaRPr lang="es-ES" sz="2400"/>
        </a:p>
      </dgm:t>
    </dgm:pt>
    <dgm:pt modelId="{F3A9FED0-6540-9749-BBE1-4ACB4D3946FA}" type="sibTrans" cxnId="{1D031C9E-1059-1C47-8E64-CB84300C6017}">
      <dgm:prSet/>
      <dgm:spPr/>
      <dgm:t>
        <a:bodyPr/>
        <a:lstStyle/>
        <a:p>
          <a:endParaRPr lang="es-ES" sz="2400"/>
        </a:p>
      </dgm:t>
    </dgm:pt>
    <dgm:pt modelId="{48C1A8D4-7DD5-6048-9C24-5CB03FCE9C46}">
      <dgm:prSet phldrT="[Texto]" custT="1"/>
      <dgm:spPr/>
      <dgm:t>
        <a:bodyPr/>
        <a:lstStyle/>
        <a:p>
          <a:pPr algn="l"/>
          <a:r>
            <a:rPr lang="en-US" sz="1400" dirty="0"/>
            <a:t>GS1</a:t>
          </a:r>
        </a:p>
      </dgm:t>
    </dgm:pt>
    <dgm:pt modelId="{2E059340-B129-E947-9992-C8F6638AAD24}" type="parTrans" cxnId="{DE3CC7D6-69F9-AB47-AF3C-10D60FC4B1DA}">
      <dgm:prSet/>
      <dgm:spPr/>
      <dgm:t>
        <a:bodyPr/>
        <a:lstStyle/>
        <a:p>
          <a:endParaRPr lang="es-ES" sz="2400"/>
        </a:p>
      </dgm:t>
    </dgm:pt>
    <dgm:pt modelId="{6B0824A6-291E-994A-9EE9-B05EE7AC2AE1}" type="sibTrans" cxnId="{DE3CC7D6-69F9-AB47-AF3C-10D60FC4B1DA}">
      <dgm:prSet/>
      <dgm:spPr/>
      <dgm:t>
        <a:bodyPr/>
        <a:lstStyle/>
        <a:p>
          <a:endParaRPr lang="es-ES" sz="2400"/>
        </a:p>
      </dgm:t>
    </dgm:pt>
    <dgm:pt modelId="{B85E31A5-6579-864C-99A1-350044D41CD7}">
      <dgm:prSet phldrT="[Texto]" custT="1"/>
      <dgm:spPr/>
      <dgm:t>
        <a:bodyPr/>
        <a:lstStyle/>
        <a:p>
          <a:r>
            <a:rPr lang="en-US" sz="1400" dirty="0"/>
            <a:t>IEC 81346 (RDS)</a:t>
          </a:r>
        </a:p>
      </dgm:t>
    </dgm:pt>
    <dgm:pt modelId="{9C925613-890A-5F4C-89BC-CC2240953226}" type="parTrans" cxnId="{7309A06A-FE21-BF42-9B85-192996774E80}">
      <dgm:prSet/>
      <dgm:spPr/>
      <dgm:t>
        <a:bodyPr/>
        <a:lstStyle/>
        <a:p>
          <a:endParaRPr lang="es-ES" sz="2400"/>
        </a:p>
      </dgm:t>
    </dgm:pt>
    <dgm:pt modelId="{916507EB-EB01-9847-BA83-7C7D0A7B3FD3}" type="sibTrans" cxnId="{7309A06A-FE21-BF42-9B85-192996774E80}">
      <dgm:prSet/>
      <dgm:spPr/>
      <dgm:t>
        <a:bodyPr/>
        <a:lstStyle/>
        <a:p>
          <a:endParaRPr lang="es-ES" sz="2400"/>
        </a:p>
      </dgm:t>
    </dgm:pt>
    <dgm:pt modelId="{82490B4E-042A-4445-9BFE-BE0902FD66DF}">
      <dgm:prSet phldrT="[Texto]" custT="1"/>
      <dgm:spPr/>
      <dgm:t>
        <a:bodyPr/>
        <a:lstStyle/>
        <a:p>
          <a:r>
            <a:rPr lang="en-US" sz="1400" dirty="0"/>
            <a:t>KKS, RDS-PP</a:t>
          </a:r>
        </a:p>
      </dgm:t>
    </dgm:pt>
    <dgm:pt modelId="{361B152D-2E12-2747-8979-AA0C86A9E781}" type="parTrans" cxnId="{57929136-C852-2347-ABAE-D8B15BE36BC0}">
      <dgm:prSet/>
      <dgm:spPr/>
      <dgm:t>
        <a:bodyPr/>
        <a:lstStyle/>
        <a:p>
          <a:endParaRPr lang="es-ES" sz="2400"/>
        </a:p>
      </dgm:t>
    </dgm:pt>
    <dgm:pt modelId="{79EC8EFD-51AE-344A-848B-3187A4771504}" type="sibTrans" cxnId="{57929136-C852-2347-ABAE-D8B15BE36BC0}">
      <dgm:prSet/>
      <dgm:spPr/>
      <dgm:t>
        <a:bodyPr/>
        <a:lstStyle/>
        <a:p>
          <a:endParaRPr lang="es-ES" sz="2400"/>
        </a:p>
      </dgm:t>
    </dgm:pt>
    <dgm:pt modelId="{5A1DAA60-1E30-0F46-BF3D-E3B05FFA96E7}">
      <dgm:prSet phldrT="[Texto]" custT="1"/>
      <dgm:spPr/>
      <dgm:t>
        <a:bodyPr/>
        <a:lstStyle/>
        <a:p>
          <a:r>
            <a:rPr lang="en-US" sz="1400" dirty="0"/>
            <a:t>ECLASS</a:t>
          </a:r>
        </a:p>
      </dgm:t>
    </dgm:pt>
    <dgm:pt modelId="{A6D4E918-D8FF-A748-8FA2-9ACE646C8BDE}" type="parTrans" cxnId="{5DAFE0D2-3C61-BE4A-B723-775A0A0BD59F}">
      <dgm:prSet/>
      <dgm:spPr/>
      <dgm:t>
        <a:bodyPr/>
        <a:lstStyle/>
        <a:p>
          <a:endParaRPr lang="es-ES" sz="2400"/>
        </a:p>
      </dgm:t>
    </dgm:pt>
    <dgm:pt modelId="{CD686BF2-6F67-D940-B1BE-C53C242D907C}" type="sibTrans" cxnId="{5DAFE0D2-3C61-BE4A-B723-775A0A0BD59F}">
      <dgm:prSet/>
      <dgm:spPr/>
      <dgm:t>
        <a:bodyPr/>
        <a:lstStyle/>
        <a:p>
          <a:endParaRPr lang="es-ES" sz="2400"/>
        </a:p>
      </dgm:t>
    </dgm:pt>
    <dgm:pt modelId="{96B76B5D-DF34-7949-9D9A-7FD255B81499}">
      <dgm:prSet phldrT="[Texto]" custT="1"/>
      <dgm:spPr/>
      <dgm:t>
        <a:bodyPr/>
        <a:lstStyle/>
        <a:p>
          <a:r>
            <a:rPr lang="en-US" sz="1400" dirty="0"/>
            <a:t>UNSPSC</a:t>
          </a:r>
        </a:p>
      </dgm:t>
    </dgm:pt>
    <dgm:pt modelId="{918B601F-1478-EA48-8812-88BFDB4D2813}" type="parTrans" cxnId="{7B08C103-74E2-AC4D-951C-604D8ABF1C69}">
      <dgm:prSet/>
      <dgm:spPr/>
      <dgm:t>
        <a:bodyPr/>
        <a:lstStyle/>
        <a:p>
          <a:endParaRPr lang="es-ES" sz="2400"/>
        </a:p>
      </dgm:t>
    </dgm:pt>
    <dgm:pt modelId="{4C667181-8926-B74E-97EC-AD0596DABE18}" type="sibTrans" cxnId="{7B08C103-74E2-AC4D-951C-604D8ABF1C69}">
      <dgm:prSet/>
      <dgm:spPr/>
      <dgm:t>
        <a:bodyPr/>
        <a:lstStyle/>
        <a:p>
          <a:endParaRPr lang="es-ES" sz="2400"/>
        </a:p>
      </dgm:t>
    </dgm:pt>
    <dgm:pt modelId="{6E9A5C1D-A0AC-3949-AE78-5E248D5C7524}">
      <dgm:prSet phldrT="[Texto]" custT="1"/>
      <dgm:spPr/>
      <dgm:t>
        <a:bodyPr/>
        <a:lstStyle/>
        <a:p>
          <a:r>
            <a:rPr lang="en-US" sz="1400" dirty="0"/>
            <a:t>ISO 15926</a:t>
          </a:r>
        </a:p>
      </dgm:t>
    </dgm:pt>
    <dgm:pt modelId="{5130B0BD-D2BD-AE43-9FD8-A698CB7ED67E}" type="parTrans" cxnId="{B83D175F-F709-1F43-A6CF-05ECC1B3ADBE}">
      <dgm:prSet/>
      <dgm:spPr/>
      <dgm:t>
        <a:bodyPr/>
        <a:lstStyle/>
        <a:p>
          <a:endParaRPr lang="es-ES" sz="2400"/>
        </a:p>
      </dgm:t>
    </dgm:pt>
    <dgm:pt modelId="{B317C0C2-2B10-E44B-A8A2-340931CF86B7}" type="sibTrans" cxnId="{B83D175F-F709-1F43-A6CF-05ECC1B3ADBE}">
      <dgm:prSet/>
      <dgm:spPr/>
      <dgm:t>
        <a:bodyPr/>
        <a:lstStyle/>
        <a:p>
          <a:endParaRPr lang="es-ES" sz="2400"/>
        </a:p>
      </dgm:t>
    </dgm:pt>
    <dgm:pt modelId="{9BACEBA4-178E-0B45-AF20-265E54FE3A33}">
      <dgm:prSet phldrT="[Texto]" custT="1"/>
      <dgm:spPr/>
      <dgm:t>
        <a:bodyPr/>
        <a:lstStyle/>
        <a:p>
          <a:r>
            <a:rPr lang="en-US" sz="1400" dirty="0"/>
            <a:t>CFIHOS</a:t>
          </a:r>
        </a:p>
      </dgm:t>
    </dgm:pt>
    <dgm:pt modelId="{5223F888-820E-794D-8DA7-BD1868284828}" type="parTrans" cxnId="{D7C6D231-CCA0-C840-B9B0-CBD9CA864115}">
      <dgm:prSet/>
      <dgm:spPr/>
      <dgm:t>
        <a:bodyPr/>
        <a:lstStyle/>
        <a:p>
          <a:endParaRPr lang="es-ES" sz="2400"/>
        </a:p>
      </dgm:t>
    </dgm:pt>
    <dgm:pt modelId="{3C251B88-9F1A-6A4A-84E2-1D38F8A9963C}" type="sibTrans" cxnId="{D7C6D231-CCA0-C840-B9B0-CBD9CA864115}">
      <dgm:prSet/>
      <dgm:spPr/>
      <dgm:t>
        <a:bodyPr/>
        <a:lstStyle/>
        <a:p>
          <a:endParaRPr lang="es-ES" sz="2400"/>
        </a:p>
      </dgm:t>
    </dgm:pt>
    <dgm:pt modelId="{89FB4A48-C707-B440-B99B-998009B7A904}">
      <dgm:prSet phldrT="[Texto]" custT="1"/>
      <dgm:spPr/>
      <dgm:t>
        <a:bodyPr/>
        <a:lstStyle/>
        <a:p>
          <a:r>
            <a:rPr lang="en-US" sz="1400" dirty="0"/>
            <a:t>ISO 8000</a:t>
          </a:r>
        </a:p>
      </dgm:t>
    </dgm:pt>
    <dgm:pt modelId="{23D4E118-257A-A141-A3C2-EEB25B156900}" type="parTrans" cxnId="{8F62AC88-2F5D-254D-BB58-AD9EF20FE16C}">
      <dgm:prSet/>
      <dgm:spPr/>
      <dgm:t>
        <a:bodyPr/>
        <a:lstStyle/>
        <a:p>
          <a:endParaRPr lang="es-ES" sz="2400"/>
        </a:p>
      </dgm:t>
    </dgm:pt>
    <dgm:pt modelId="{E2E75FE1-20AE-474B-9BD4-874C2E1E7E1D}" type="sibTrans" cxnId="{8F62AC88-2F5D-254D-BB58-AD9EF20FE16C}">
      <dgm:prSet/>
      <dgm:spPr/>
      <dgm:t>
        <a:bodyPr/>
        <a:lstStyle/>
        <a:p>
          <a:endParaRPr lang="es-ES" sz="2400"/>
        </a:p>
      </dgm:t>
    </dgm:pt>
    <dgm:pt modelId="{B5FC93F9-BE18-B84D-8A80-08DAAE10194D}">
      <dgm:prSet phldrT="[Texto]" custT="1"/>
      <dgm:spPr/>
      <dgm:t>
        <a:bodyPr/>
        <a:lstStyle/>
        <a:p>
          <a:r>
            <a:rPr lang="en-US" sz="1400" dirty="0"/>
            <a:t>IEC 61987</a:t>
          </a:r>
        </a:p>
      </dgm:t>
    </dgm:pt>
    <dgm:pt modelId="{58A65AF8-5BAE-C744-AC28-53C97F2A2C6C}" type="parTrans" cxnId="{E855C310-01C8-5A43-9DD6-EBED56FB40FA}">
      <dgm:prSet/>
      <dgm:spPr/>
      <dgm:t>
        <a:bodyPr/>
        <a:lstStyle/>
        <a:p>
          <a:endParaRPr lang="es-ES" sz="2400"/>
        </a:p>
      </dgm:t>
    </dgm:pt>
    <dgm:pt modelId="{5316C939-B5AF-9340-B942-7454D60A8D5E}" type="sibTrans" cxnId="{E855C310-01C8-5A43-9DD6-EBED56FB40FA}">
      <dgm:prSet/>
      <dgm:spPr/>
      <dgm:t>
        <a:bodyPr/>
        <a:lstStyle/>
        <a:p>
          <a:endParaRPr lang="es-ES" sz="2400"/>
        </a:p>
      </dgm:t>
    </dgm:pt>
    <dgm:pt modelId="{35973D75-92D1-7140-A631-3C6DB7AC4336}">
      <dgm:prSet phldrT="[Texto]" custT="1"/>
      <dgm:spPr/>
      <dgm:t>
        <a:bodyPr/>
        <a:lstStyle/>
        <a:p>
          <a:r>
            <a:rPr lang="en-US" sz="1400" dirty="0"/>
            <a:t>ISO 13584</a:t>
          </a:r>
        </a:p>
      </dgm:t>
    </dgm:pt>
    <dgm:pt modelId="{61CA3F77-E11D-5346-A902-BC914D65A58D}" type="parTrans" cxnId="{C86C4259-687F-9048-A761-45B49953117F}">
      <dgm:prSet/>
      <dgm:spPr/>
      <dgm:t>
        <a:bodyPr/>
        <a:lstStyle/>
        <a:p>
          <a:endParaRPr lang="es-ES" sz="2400"/>
        </a:p>
      </dgm:t>
    </dgm:pt>
    <dgm:pt modelId="{187CDE84-2C85-7642-A784-33E3ECCB601F}" type="sibTrans" cxnId="{C86C4259-687F-9048-A761-45B49953117F}">
      <dgm:prSet/>
      <dgm:spPr/>
      <dgm:t>
        <a:bodyPr/>
        <a:lstStyle/>
        <a:p>
          <a:endParaRPr lang="es-ES" sz="2400"/>
        </a:p>
      </dgm:t>
    </dgm:pt>
    <dgm:pt modelId="{1EEE5591-6D7E-DF46-9FEB-933A5A060A69}">
      <dgm:prSet phldrT="[Texto]" custT="1"/>
      <dgm:spPr/>
      <dgm:t>
        <a:bodyPr/>
        <a:lstStyle/>
        <a:p>
          <a:r>
            <a:rPr lang="en-US" sz="1400" dirty="0"/>
            <a:t>IEC 62714</a:t>
          </a:r>
        </a:p>
      </dgm:t>
    </dgm:pt>
    <dgm:pt modelId="{2CA42510-88B1-684D-B2F3-46FA32BB1A4B}" type="parTrans" cxnId="{894EF42C-2E44-2C4A-9E82-17F1B57AD3FE}">
      <dgm:prSet/>
      <dgm:spPr/>
      <dgm:t>
        <a:bodyPr/>
        <a:lstStyle/>
        <a:p>
          <a:endParaRPr lang="es-ES" sz="2400"/>
        </a:p>
      </dgm:t>
    </dgm:pt>
    <dgm:pt modelId="{83572717-30F6-524F-B5A0-B8BA0CD04DDB}" type="sibTrans" cxnId="{894EF42C-2E44-2C4A-9E82-17F1B57AD3FE}">
      <dgm:prSet/>
      <dgm:spPr/>
      <dgm:t>
        <a:bodyPr/>
        <a:lstStyle/>
        <a:p>
          <a:endParaRPr lang="es-ES" sz="2400"/>
        </a:p>
      </dgm:t>
    </dgm:pt>
    <dgm:pt modelId="{04EE0E72-ADBC-3C41-BF9D-C6ADC86D2EBD}">
      <dgm:prSet phldrT="[Texto]" custT="1"/>
      <dgm:spPr/>
      <dgm:t>
        <a:bodyPr/>
        <a:lstStyle/>
        <a:p>
          <a:r>
            <a:rPr lang="en-US" sz="1400" dirty="0"/>
            <a:t>ISO 14224</a:t>
          </a:r>
        </a:p>
      </dgm:t>
    </dgm:pt>
    <dgm:pt modelId="{1D233E9D-170C-2D4D-B32C-A45DB1DA7A07}" type="parTrans" cxnId="{2DBDA22B-94AC-FC4F-8031-E2BD75F18F0D}">
      <dgm:prSet/>
      <dgm:spPr/>
      <dgm:t>
        <a:bodyPr/>
        <a:lstStyle/>
        <a:p>
          <a:endParaRPr lang="es-ES" sz="2400"/>
        </a:p>
      </dgm:t>
    </dgm:pt>
    <dgm:pt modelId="{04830EB3-EC0F-774B-A489-43782030204C}" type="sibTrans" cxnId="{2DBDA22B-94AC-FC4F-8031-E2BD75F18F0D}">
      <dgm:prSet/>
      <dgm:spPr/>
      <dgm:t>
        <a:bodyPr/>
        <a:lstStyle/>
        <a:p>
          <a:endParaRPr lang="es-ES" sz="2400"/>
        </a:p>
      </dgm:t>
    </dgm:pt>
    <dgm:pt modelId="{F9FECA84-0DDB-294E-AD18-ECA8412E5848}">
      <dgm:prSet phldrT="[Texto]" custT="1"/>
      <dgm:spPr/>
      <dgm:t>
        <a:bodyPr/>
        <a:lstStyle/>
        <a:p>
          <a:r>
            <a:rPr lang="en-US" sz="1400" dirty="0"/>
            <a:t>IEC 60300</a:t>
          </a:r>
        </a:p>
      </dgm:t>
    </dgm:pt>
    <dgm:pt modelId="{BD926507-A588-CC4A-865A-00CD57E398D0}" type="parTrans" cxnId="{0647E3C2-E565-5B40-B973-8800E5735F5B}">
      <dgm:prSet/>
      <dgm:spPr/>
      <dgm:t>
        <a:bodyPr/>
        <a:lstStyle/>
        <a:p>
          <a:endParaRPr lang="es-ES" sz="2400"/>
        </a:p>
      </dgm:t>
    </dgm:pt>
    <dgm:pt modelId="{6E68DC95-CA2B-5A46-B527-0F3E69C32BB2}" type="sibTrans" cxnId="{0647E3C2-E565-5B40-B973-8800E5735F5B}">
      <dgm:prSet/>
      <dgm:spPr/>
      <dgm:t>
        <a:bodyPr/>
        <a:lstStyle/>
        <a:p>
          <a:endParaRPr lang="es-ES" sz="2400"/>
        </a:p>
      </dgm:t>
    </dgm:pt>
    <dgm:pt modelId="{00981226-5866-B848-8C05-C5208AC2ADD1}">
      <dgm:prSet phldrT="[Texto]" custT="1"/>
      <dgm:spPr/>
      <dgm:t>
        <a:bodyPr/>
        <a:lstStyle/>
        <a:p>
          <a:r>
            <a:rPr lang="en-US" sz="1400" dirty="0"/>
            <a:t>ASME BPVC</a:t>
          </a:r>
        </a:p>
      </dgm:t>
    </dgm:pt>
    <dgm:pt modelId="{DCEA7DCA-540E-7845-A770-99EE8DA58DF4}" type="parTrans" cxnId="{8C25F6C3-7F97-124F-AE51-8A6D523F8FF6}">
      <dgm:prSet/>
      <dgm:spPr/>
      <dgm:t>
        <a:bodyPr/>
        <a:lstStyle/>
        <a:p>
          <a:endParaRPr lang="es-ES" sz="2400"/>
        </a:p>
      </dgm:t>
    </dgm:pt>
    <dgm:pt modelId="{1342F277-7E35-894E-B5EE-0AB29ACF0F2B}" type="sibTrans" cxnId="{8C25F6C3-7F97-124F-AE51-8A6D523F8FF6}">
      <dgm:prSet/>
      <dgm:spPr/>
      <dgm:t>
        <a:bodyPr/>
        <a:lstStyle/>
        <a:p>
          <a:endParaRPr lang="es-ES" sz="2400"/>
        </a:p>
      </dgm:t>
    </dgm:pt>
    <dgm:pt modelId="{6CA85FEF-BA65-E947-81C2-1367391DA97C}">
      <dgm:prSet phldrT="[Texto]" custT="1"/>
      <dgm:spPr/>
      <dgm:t>
        <a:bodyPr/>
        <a:lstStyle/>
        <a:p>
          <a:r>
            <a:rPr lang="en-US" sz="1800" b="1" dirty="0"/>
            <a:t>Industry-specific technical</a:t>
          </a:r>
        </a:p>
      </dgm:t>
    </dgm:pt>
    <dgm:pt modelId="{5AB91BEF-8F88-E34D-B982-348BBCF4A4D4}" type="sibTrans" cxnId="{C8C435CA-870A-8140-B375-4C21EA832F3E}">
      <dgm:prSet/>
      <dgm:spPr/>
      <dgm:t>
        <a:bodyPr/>
        <a:lstStyle/>
        <a:p>
          <a:endParaRPr lang="es-ES" sz="2400"/>
        </a:p>
      </dgm:t>
    </dgm:pt>
    <dgm:pt modelId="{F3AAAD1C-1613-5E44-81CD-0AC50D47DA26}" type="parTrans" cxnId="{C8C435CA-870A-8140-B375-4C21EA832F3E}">
      <dgm:prSet/>
      <dgm:spPr/>
      <dgm:t>
        <a:bodyPr/>
        <a:lstStyle/>
        <a:p>
          <a:endParaRPr lang="es-ES" sz="2400"/>
        </a:p>
      </dgm:t>
    </dgm:pt>
    <dgm:pt modelId="{8BB78BB9-3615-4A43-B6A1-4B1FE35B7F97}">
      <dgm:prSet phldrT="[Texto]" custT="1"/>
      <dgm:spPr/>
      <dgm:t>
        <a:bodyPr/>
        <a:lstStyle/>
        <a:p>
          <a:r>
            <a:rPr lang="en-US" sz="1400" dirty="0"/>
            <a:t>DNV</a:t>
          </a:r>
        </a:p>
      </dgm:t>
    </dgm:pt>
    <dgm:pt modelId="{655FCFB0-7471-E34B-989A-E34D13224BFB}" type="parTrans" cxnId="{AF3DE707-9D72-604F-8512-C51B0D7AD0EF}">
      <dgm:prSet/>
      <dgm:spPr/>
      <dgm:t>
        <a:bodyPr/>
        <a:lstStyle/>
        <a:p>
          <a:endParaRPr lang="es-ES" sz="2400"/>
        </a:p>
      </dgm:t>
    </dgm:pt>
    <dgm:pt modelId="{34AFA9A9-6634-5047-A8C1-9679856FA591}" type="sibTrans" cxnId="{AF3DE707-9D72-604F-8512-C51B0D7AD0EF}">
      <dgm:prSet/>
      <dgm:spPr/>
      <dgm:t>
        <a:bodyPr/>
        <a:lstStyle/>
        <a:p>
          <a:endParaRPr lang="es-ES" sz="2400"/>
        </a:p>
      </dgm:t>
    </dgm:pt>
    <dgm:pt modelId="{75530F35-6061-4F42-A3CE-DE3C6BC99EFD}">
      <dgm:prSet phldrT="[Texto]" custT="1"/>
      <dgm:spPr/>
      <dgm:t>
        <a:bodyPr/>
        <a:lstStyle/>
        <a:p>
          <a:r>
            <a:rPr lang="en-US" sz="1400" dirty="0"/>
            <a:t>IEEE</a:t>
          </a:r>
        </a:p>
      </dgm:t>
    </dgm:pt>
    <dgm:pt modelId="{2132457D-1C4D-6844-A9BB-DAAB4F7D7DEF}" type="parTrans" cxnId="{246A1A4F-4320-AB47-BD51-EE0AD8506B8A}">
      <dgm:prSet/>
      <dgm:spPr/>
      <dgm:t>
        <a:bodyPr/>
        <a:lstStyle/>
        <a:p>
          <a:endParaRPr lang="es-ES" sz="2400"/>
        </a:p>
      </dgm:t>
    </dgm:pt>
    <dgm:pt modelId="{B78203FC-357E-004D-8B97-59FD10E65196}" type="sibTrans" cxnId="{246A1A4F-4320-AB47-BD51-EE0AD8506B8A}">
      <dgm:prSet/>
      <dgm:spPr/>
      <dgm:t>
        <a:bodyPr/>
        <a:lstStyle/>
        <a:p>
          <a:endParaRPr lang="es-ES" sz="2400"/>
        </a:p>
      </dgm:t>
    </dgm:pt>
    <dgm:pt modelId="{B25D3338-1F3F-2544-A599-796559DAB465}" type="pres">
      <dgm:prSet presAssocID="{E4CE2A2D-C11C-7643-A939-441BE0CFB0FF}" presName="diagram" presStyleCnt="0">
        <dgm:presLayoutVars>
          <dgm:dir/>
          <dgm:resizeHandles val="exact"/>
        </dgm:presLayoutVars>
      </dgm:prSet>
      <dgm:spPr/>
    </dgm:pt>
    <dgm:pt modelId="{4986A6DC-5C77-774D-BC0F-E5CCDE497312}" type="pres">
      <dgm:prSet presAssocID="{226806BD-E944-1249-BF8B-E434ADBAE721}" presName="node" presStyleLbl="node1" presStyleIdx="0" presStyleCnt="5" custScaleY="60386">
        <dgm:presLayoutVars>
          <dgm:bulletEnabled val="1"/>
        </dgm:presLayoutVars>
      </dgm:prSet>
      <dgm:spPr/>
    </dgm:pt>
    <dgm:pt modelId="{716FB006-FDAB-EC47-B427-5BF0A993F11C}" type="pres">
      <dgm:prSet presAssocID="{2398F5B4-CBA3-CE4F-A343-87E8AB077614}" presName="sibTrans" presStyleCnt="0"/>
      <dgm:spPr/>
    </dgm:pt>
    <dgm:pt modelId="{347A9F30-1806-DE48-9FBF-55E6A8BABB55}" type="pres">
      <dgm:prSet presAssocID="{FDE74685-4D76-B34D-A754-D5646CD812D3}" presName="node" presStyleLbl="node1" presStyleIdx="1" presStyleCnt="5" custScaleY="95572">
        <dgm:presLayoutVars>
          <dgm:bulletEnabled val="1"/>
        </dgm:presLayoutVars>
      </dgm:prSet>
      <dgm:spPr/>
    </dgm:pt>
    <dgm:pt modelId="{B1558199-7418-2A46-B703-AAE33D86AE3D}" type="pres">
      <dgm:prSet presAssocID="{FD438077-3E6C-0542-9D82-71318921E987}" presName="sibTrans" presStyleCnt="0"/>
      <dgm:spPr/>
    </dgm:pt>
    <dgm:pt modelId="{3DDB6B87-99B0-6F43-987D-8822F6061829}" type="pres">
      <dgm:prSet presAssocID="{316970BC-F8CF-C746-9E16-B97F64A9E495}" presName="node" presStyleLbl="node1" presStyleIdx="2" presStyleCnt="5" custScaleY="72555">
        <dgm:presLayoutVars>
          <dgm:bulletEnabled val="1"/>
        </dgm:presLayoutVars>
      </dgm:prSet>
      <dgm:spPr/>
    </dgm:pt>
    <dgm:pt modelId="{46B9A350-1348-724A-8D08-5A475140A7EA}" type="pres">
      <dgm:prSet presAssocID="{8D406154-42E0-7C45-B9F2-31E5C686A327}" presName="sibTrans" presStyleCnt="0"/>
      <dgm:spPr/>
    </dgm:pt>
    <dgm:pt modelId="{7AD3A308-5569-E140-9EBE-ADA167DBF472}" type="pres">
      <dgm:prSet presAssocID="{71AB6223-C88D-D540-AB19-5729AD0779AE}" presName="node" presStyleLbl="node1" presStyleIdx="3" presStyleCnt="5" custScaleY="42007">
        <dgm:presLayoutVars>
          <dgm:bulletEnabled val="1"/>
        </dgm:presLayoutVars>
      </dgm:prSet>
      <dgm:spPr/>
    </dgm:pt>
    <dgm:pt modelId="{AD0DE308-4F9E-CA48-BEB4-68223E96ECCE}" type="pres">
      <dgm:prSet presAssocID="{F0C4C291-2F08-E24C-A325-F0EB0709AF6C}" presName="sibTrans" presStyleCnt="0"/>
      <dgm:spPr/>
    </dgm:pt>
    <dgm:pt modelId="{53C4042A-3D4A-CC4C-A69A-A46951D534CC}" type="pres">
      <dgm:prSet presAssocID="{6CA85FEF-BA65-E947-81C2-1367391DA97C}" presName="node" presStyleLbl="node1" presStyleIdx="4" presStyleCnt="5" custScaleX="117457" custScaleY="49096">
        <dgm:presLayoutVars>
          <dgm:bulletEnabled val="1"/>
        </dgm:presLayoutVars>
      </dgm:prSet>
      <dgm:spPr/>
    </dgm:pt>
  </dgm:ptLst>
  <dgm:cxnLst>
    <dgm:cxn modelId="{7B08C103-74E2-AC4D-951C-604D8ABF1C69}" srcId="{FDE74685-4D76-B34D-A754-D5646CD812D3}" destId="{96B76B5D-DF34-7949-9D9A-7FD255B81499}" srcOrd="3" destOrd="0" parTransId="{918B601F-1478-EA48-8812-88BFDB4D2813}" sibTransId="{4C667181-8926-B74E-97EC-AD0596DABE18}"/>
    <dgm:cxn modelId="{8D3D5605-4A3D-CF49-83FB-CC39CDA0459E}" type="presOf" srcId="{6CA85FEF-BA65-E947-81C2-1367391DA97C}" destId="{53C4042A-3D4A-CC4C-A69A-A46951D534CC}" srcOrd="0" destOrd="0" presId="urn:microsoft.com/office/officeart/2005/8/layout/default"/>
    <dgm:cxn modelId="{AF3DE707-9D72-604F-8512-C51B0D7AD0EF}" srcId="{6CA85FEF-BA65-E947-81C2-1367391DA97C}" destId="{8BB78BB9-3615-4A43-B6A1-4B1FE35B7F97}" srcOrd="1" destOrd="0" parTransId="{655FCFB0-7471-E34B-989A-E34D13224BFB}" sibTransId="{34AFA9A9-6634-5047-A8C1-9679856FA591}"/>
    <dgm:cxn modelId="{E855C310-01C8-5A43-9DD6-EBED56FB40FA}" srcId="{316970BC-F8CF-C746-9E16-B97F64A9E495}" destId="{B5FC93F9-BE18-B84D-8A80-08DAAE10194D}" srcOrd="1" destOrd="0" parTransId="{58A65AF8-5BAE-C744-AC28-53C97F2A2C6C}" sibTransId="{5316C939-B5AF-9340-B942-7454D60A8D5E}"/>
    <dgm:cxn modelId="{59A28D1B-5D88-BD42-857F-63817A3E61E1}" type="presOf" srcId="{35973D75-92D1-7140-A631-3C6DB7AC4336}" destId="{3DDB6B87-99B0-6F43-987D-8822F6061829}" srcOrd="0" destOrd="3" presId="urn:microsoft.com/office/officeart/2005/8/layout/default"/>
    <dgm:cxn modelId="{857E971E-6EC4-5842-A40D-E489DC3FB785}" type="presOf" srcId="{C2524D90-6D1C-5F4D-B56F-D9C9E1C1C5B1}" destId="{4986A6DC-5C77-774D-BC0F-E5CCDE497312}" srcOrd="0" destOrd="3" presId="urn:microsoft.com/office/officeart/2005/8/layout/default"/>
    <dgm:cxn modelId="{6A8E3923-CA1F-9040-9819-C94FF7F215C3}" type="presOf" srcId="{1EEE5591-6D7E-DF46-9FEB-933A5A060A69}" destId="{3DDB6B87-99B0-6F43-987D-8822F6061829}" srcOrd="0" destOrd="4" presId="urn:microsoft.com/office/officeart/2005/8/layout/default"/>
    <dgm:cxn modelId="{2DBDA22B-94AC-FC4F-8031-E2BD75F18F0D}" srcId="{71AB6223-C88D-D540-AB19-5729AD0779AE}" destId="{04EE0E72-ADBC-3C41-BF9D-C6ADC86D2EBD}" srcOrd="0" destOrd="0" parTransId="{1D233E9D-170C-2D4D-B32C-A45DB1DA7A07}" sibTransId="{04830EB3-EC0F-774B-A489-43782030204C}"/>
    <dgm:cxn modelId="{894EF42C-2E44-2C4A-9E82-17F1B57AD3FE}" srcId="{316970BC-F8CF-C746-9E16-B97F64A9E495}" destId="{1EEE5591-6D7E-DF46-9FEB-933A5A060A69}" srcOrd="3" destOrd="0" parTransId="{2CA42510-88B1-684D-B2F3-46FA32BB1A4B}" sibTransId="{83572717-30F6-524F-B5A0-B8BA0CD04DDB}"/>
    <dgm:cxn modelId="{D7C6D231-CCA0-C840-B9B0-CBD9CA864115}" srcId="{FDE74685-4D76-B34D-A754-D5646CD812D3}" destId="{9BACEBA4-178E-0B45-AF20-265E54FE3A33}" srcOrd="5" destOrd="0" parTransId="{5223F888-820E-794D-8DA7-BD1868284828}" sibTransId="{3C251B88-9F1A-6A4A-84E2-1D38F8A9963C}"/>
    <dgm:cxn modelId="{93AB3435-FB3B-3B4A-BCA1-02215D6DDF25}" type="presOf" srcId="{9BACEBA4-178E-0B45-AF20-265E54FE3A33}" destId="{347A9F30-1806-DE48-9FBF-55E6A8BABB55}" srcOrd="0" destOrd="6" presId="urn:microsoft.com/office/officeart/2005/8/layout/default"/>
    <dgm:cxn modelId="{57929136-C852-2347-ABAE-D8B15BE36BC0}" srcId="{FDE74685-4D76-B34D-A754-D5646CD812D3}" destId="{82490B4E-042A-4445-9BFE-BE0902FD66DF}" srcOrd="1" destOrd="0" parTransId="{361B152D-2E12-2747-8979-AA0C86A9E781}" sibTransId="{79EC8EFD-51AE-344A-848B-3187A4771504}"/>
    <dgm:cxn modelId="{BE9A153B-66DE-104D-89ED-BD85EBD824E2}" srcId="{E4CE2A2D-C11C-7643-A939-441BE0CFB0FF}" destId="{316970BC-F8CF-C746-9E16-B97F64A9E495}" srcOrd="2" destOrd="0" parTransId="{E4085862-D95A-9E43-A6C7-2680A4BB7635}" sibTransId="{8D406154-42E0-7C45-B9F2-31E5C686A327}"/>
    <dgm:cxn modelId="{319E1743-98D3-994C-8A84-FFF9D7FB9864}" srcId="{226806BD-E944-1249-BF8B-E434ADBAE721}" destId="{0B1F9CD0-909C-0E42-838D-9780C97A1DB5}" srcOrd="0" destOrd="0" parTransId="{2BDF28FB-9B60-6C4D-9600-6F21FDA1B6A7}" sibTransId="{29CE62D4-F899-6245-AD91-FE65F0168725}"/>
    <dgm:cxn modelId="{B94B514A-7BAB-ED40-81E2-2AA8BE0B2322}" type="presOf" srcId="{F9FECA84-0DDB-294E-AD18-ECA8412E5848}" destId="{7AD3A308-5569-E140-9EBE-ADA167DBF472}" srcOrd="0" destOrd="2" presId="urn:microsoft.com/office/officeart/2005/8/layout/default"/>
    <dgm:cxn modelId="{A2400C4C-B2B3-C94D-B901-2B76BF002C8E}" type="presOf" srcId="{71AB6223-C88D-D540-AB19-5729AD0779AE}" destId="{7AD3A308-5569-E140-9EBE-ADA167DBF472}" srcOrd="0" destOrd="0" presId="urn:microsoft.com/office/officeart/2005/8/layout/default"/>
    <dgm:cxn modelId="{3896154C-13F0-3540-B905-D16ECA15B37A}" type="presOf" srcId="{89FB4A48-C707-B440-B99B-998009B7A904}" destId="{3DDB6B87-99B0-6F43-987D-8822F6061829}" srcOrd="0" destOrd="1" presId="urn:microsoft.com/office/officeart/2005/8/layout/default"/>
    <dgm:cxn modelId="{62CA134D-137D-EF49-8002-B29701A1D02B}" type="presOf" srcId="{6E9A5C1D-A0AC-3949-AE78-5E248D5C7524}" destId="{347A9F30-1806-DE48-9FBF-55E6A8BABB55}" srcOrd="0" destOrd="5" presId="urn:microsoft.com/office/officeart/2005/8/layout/default"/>
    <dgm:cxn modelId="{246A1A4F-4320-AB47-BD51-EE0AD8506B8A}" srcId="{6CA85FEF-BA65-E947-81C2-1367391DA97C}" destId="{75530F35-6061-4F42-A3CE-DE3C6BC99EFD}" srcOrd="2" destOrd="0" parTransId="{2132457D-1C4D-6844-A9BB-DAAB4F7D7DEF}" sibTransId="{B78203FC-357E-004D-8B97-59FD10E65196}"/>
    <dgm:cxn modelId="{C86C4259-687F-9048-A761-45B49953117F}" srcId="{316970BC-F8CF-C746-9E16-B97F64A9E495}" destId="{35973D75-92D1-7140-A631-3C6DB7AC4336}" srcOrd="2" destOrd="0" parTransId="{61CA3F77-E11D-5346-A902-BC914D65A58D}" sibTransId="{187CDE84-2C85-7642-A784-33E3ECCB601F}"/>
    <dgm:cxn modelId="{DF47065B-D8D9-9043-9E71-86700DCF9A53}" type="presOf" srcId="{00981226-5866-B848-8C05-C5208AC2ADD1}" destId="{53C4042A-3D4A-CC4C-A69A-A46951D534CC}" srcOrd="0" destOrd="1" presId="urn:microsoft.com/office/officeart/2005/8/layout/default"/>
    <dgm:cxn modelId="{B727165C-CA17-1044-A14C-E1E736269B5F}" srcId="{E4CE2A2D-C11C-7643-A939-441BE0CFB0FF}" destId="{226806BD-E944-1249-BF8B-E434ADBAE721}" srcOrd="0" destOrd="0" parTransId="{1AA03334-E927-B441-9DBB-6BDD673B37DC}" sibTransId="{2398F5B4-CBA3-CE4F-A343-87E8AB077614}"/>
    <dgm:cxn modelId="{B83D175F-F709-1F43-A6CF-05ECC1B3ADBE}" srcId="{FDE74685-4D76-B34D-A754-D5646CD812D3}" destId="{6E9A5C1D-A0AC-3949-AE78-5E248D5C7524}" srcOrd="4" destOrd="0" parTransId="{5130B0BD-D2BD-AE43-9FD8-A698CB7ED67E}" sibTransId="{B317C0C2-2B10-E44B-A8A2-340931CF86B7}"/>
    <dgm:cxn modelId="{7309A06A-FE21-BF42-9B85-192996774E80}" srcId="{FDE74685-4D76-B34D-A754-D5646CD812D3}" destId="{B85E31A5-6579-864C-99A1-350044D41CD7}" srcOrd="0" destOrd="0" parTransId="{9C925613-890A-5F4C-89BC-CC2240953226}" sibTransId="{916507EB-EB01-9847-BA83-7C7D0A7B3FD3}"/>
    <dgm:cxn modelId="{4370E67E-9158-2F40-AB18-77D7AF2318B1}" type="presOf" srcId="{0B1F9CD0-909C-0E42-838D-9780C97A1DB5}" destId="{4986A6DC-5C77-774D-BC0F-E5CCDE497312}" srcOrd="0" destOrd="1" presId="urn:microsoft.com/office/officeart/2005/8/layout/default"/>
    <dgm:cxn modelId="{C7004181-BD17-424E-B303-FEC25C1A61CB}" type="presOf" srcId="{FDE74685-4D76-B34D-A754-D5646CD812D3}" destId="{347A9F30-1806-DE48-9FBF-55E6A8BABB55}" srcOrd="0" destOrd="0" presId="urn:microsoft.com/office/officeart/2005/8/layout/default"/>
    <dgm:cxn modelId="{AE580184-2A58-8E47-9A62-2A8BB68D75AB}" srcId="{226806BD-E944-1249-BF8B-E434ADBAE721}" destId="{857E776E-C306-DF42-BA56-F4842E5A42EB}" srcOrd="1" destOrd="0" parTransId="{40E49F44-89D0-A64E-B305-F82212355425}" sibTransId="{B72656E1-861C-C340-A127-999C7FCA6843}"/>
    <dgm:cxn modelId="{DDB9CE84-DA53-814E-A301-F6DA091290A3}" type="presOf" srcId="{82490B4E-042A-4445-9BFE-BE0902FD66DF}" destId="{347A9F30-1806-DE48-9FBF-55E6A8BABB55}" srcOrd="0" destOrd="2" presId="urn:microsoft.com/office/officeart/2005/8/layout/default"/>
    <dgm:cxn modelId="{8F62AC88-2F5D-254D-BB58-AD9EF20FE16C}" srcId="{316970BC-F8CF-C746-9E16-B97F64A9E495}" destId="{89FB4A48-C707-B440-B99B-998009B7A904}" srcOrd="0" destOrd="0" parTransId="{23D4E118-257A-A141-A3C2-EEB25B156900}" sibTransId="{E2E75FE1-20AE-474B-9BD4-874C2E1E7E1D}"/>
    <dgm:cxn modelId="{4093808A-1A4A-5D47-A684-D9713E7C82DA}" type="presOf" srcId="{48C1A8D4-7DD5-6048-9C24-5CB03FCE9C46}" destId="{4986A6DC-5C77-774D-BC0F-E5CCDE497312}" srcOrd="0" destOrd="4" presId="urn:microsoft.com/office/officeart/2005/8/layout/default"/>
    <dgm:cxn modelId="{97D1A391-1F7E-C544-A807-1A2C983D4B81}" type="presOf" srcId="{857E776E-C306-DF42-BA56-F4842E5A42EB}" destId="{4986A6DC-5C77-774D-BC0F-E5CCDE497312}" srcOrd="0" destOrd="2" presId="urn:microsoft.com/office/officeart/2005/8/layout/default"/>
    <dgm:cxn modelId="{A9CCAF96-F22C-C741-929B-BCA1B238CA29}" type="presOf" srcId="{E4CE2A2D-C11C-7643-A939-441BE0CFB0FF}" destId="{B25D3338-1F3F-2544-A599-796559DAB465}" srcOrd="0" destOrd="0" presId="urn:microsoft.com/office/officeart/2005/8/layout/default"/>
    <dgm:cxn modelId="{1D031C9E-1059-1C47-8E64-CB84300C6017}" srcId="{226806BD-E944-1249-BF8B-E434ADBAE721}" destId="{C2524D90-6D1C-5F4D-B56F-D9C9E1C1C5B1}" srcOrd="2" destOrd="0" parTransId="{147E4587-CDDF-D74A-B26B-9A5823F14E38}" sibTransId="{F3A9FED0-6540-9749-BBE1-4ACB4D3946FA}"/>
    <dgm:cxn modelId="{B28E23AD-904A-CC44-B0F3-01A0E404963D}" type="presOf" srcId="{8BB78BB9-3615-4A43-B6A1-4B1FE35B7F97}" destId="{53C4042A-3D4A-CC4C-A69A-A46951D534CC}" srcOrd="0" destOrd="2" presId="urn:microsoft.com/office/officeart/2005/8/layout/default"/>
    <dgm:cxn modelId="{91BA4DAF-7864-AD4C-905A-10935C9CAC79}" type="presOf" srcId="{226806BD-E944-1249-BF8B-E434ADBAE721}" destId="{4986A6DC-5C77-774D-BC0F-E5CCDE497312}" srcOrd="0" destOrd="0" presId="urn:microsoft.com/office/officeart/2005/8/layout/default"/>
    <dgm:cxn modelId="{4E4EA5B3-CF2E-CF4B-AF15-A92F9A530CDD}" type="presOf" srcId="{B85E31A5-6579-864C-99A1-350044D41CD7}" destId="{347A9F30-1806-DE48-9FBF-55E6A8BABB55}" srcOrd="0" destOrd="1" presId="urn:microsoft.com/office/officeart/2005/8/layout/default"/>
    <dgm:cxn modelId="{31A0E3B8-B47D-5B47-866B-297F28679CD8}" type="presOf" srcId="{B5FC93F9-BE18-B84D-8A80-08DAAE10194D}" destId="{3DDB6B87-99B0-6F43-987D-8822F6061829}" srcOrd="0" destOrd="2" presId="urn:microsoft.com/office/officeart/2005/8/layout/default"/>
    <dgm:cxn modelId="{0647E3C2-E565-5B40-B973-8800E5735F5B}" srcId="{71AB6223-C88D-D540-AB19-5729AD0779AE}" destId="{F9FECA84-0DDB-294E-AD18-ECA8412E5848}" srcOrd="1" destOrd="0" parTransId="{BD926507-A588-CC4A-865A-00CD57E398D0}" sibTransId="{6E68DC95-CA2B-5A46-B527-0F3E69C32BB2}"/>
    <dgm:cxn modelId="{8C25F6C3-7F97-124F-AE51-8A6D523F8FF6}" srcId="{6CA85FEF-BA65-E947-81C2-1367391DA97C}" destId="{00981226-5866-B848-8C05-C5208AC2ADD1}" srcOrd="0" destOrd="0" parTransId="{DCEA7DCA-540E-7845-A770-99EE8DA58DF4}" sibTransId="{1342F277-7E35-894E-B5EE-0AB29ACF0F2B}"/>
    <dgm:cxn modelId="{C8C435CA-870A-8140-B375-4C21EA832F3E}" srcId="{E4CE2A2D-C11C-7643-A939-441BE0CFB0FF}" destId="{6CA85FEF-BA65-E947-81C2-1367391DA97C}" srcOrd="4" destOrd="0" parTransId="{F3AAAD1C-1613-5E44-81CD-0AC50D47DA26}" sibTransId="{5AB91BEF-8F88-E34D-B982-348BBCF4A4D4}"/>
    <dgm:cxn modelId="{A1B238CC-DA39-2F49-8DBC-839F10627530}" type="presOf" srcId="{96B76B5D-DF34-7949-9D9A-7FD255B81499}" destId="{347A9F30-1806-DE48-9FBF-55E6A8BABB55}" srcOrd="0" destOrd="4" presId="urn:microsoft.com/office/officeart/2005/8/layout/default"/>
    <dgm:cxn modelId="{56AE7FCF-6210-3F4F-AEB8-BA6D64CBE27D}" srcId="{E4CE2A2D-C11C-7643-A939-441BE0CFB0FF}" destId="{FDE74685-4D76-B34D-A754-D5646CD812D3}" srcOrd="1" destOrd="0" parTransId="{9D5EAC80-F093-7D46-A3F8-DF948BD6DD02}" sibTransId="{FD438077-3E6C-0542-9D82-71318921E987}"/>
    <dgm:cxn modelId="{5DAFE0D2-3C61-BE4A-B723-775A0A0BD59F}" srcId="{FDE74685-4D76-B34D-A754-D5646CD812D3}" destId="{5A1DAA60-1E30-0F46-BF3D-E3B05FFA96E7}" srcOrd="2" destOrd="0" parTransId="{A6D4E918-D8FF-A748-8FA2-9ACE646C8BDE}" sibTransId="{CD686BF2-6F67-D940-B1BE-C53C242D907C}"/>
    <dgm:cxn modelId="{DE3CC7D6-69F9-AB47-AF3C-10D60FC4B1DA}" srcId="{226806BD-E944-1249-BF8B-E434ADBAE721}" destId="{48C1A8D4-7DD5-6048-9C24-5CB03FCE9C46}" srcOrd="3" destOrd="0" parTransId="{2E059340-B129-E947-9992-C8F6638AAD24}" sibTransId="{6B0824A6-291E-994A-9EE9-B05EE7AC2AE1}"/>
    <dgm:cxn modelId="{FCBD5BF5-F08E-BB4D-B864-BADD379F5387}" type="presOf" srcId="{04EE0E72-ADBC-3C41-BF9D-C6ADC86D2EBD}" destId="{7AD3A308-5569-E140-9EBE-ADA167DBF472}" srcOrd="0" destOrd="1" presId="urn:microsoft.com/office/officeart/2005/8/layout/default"/>
    <dgm:cxn modelId="{DAC573F5-903B-D049-908A-EF57BD361A04}" srcId="{E4CE2A2D-C11C-7643-A939-441BE0CFB0FF}" destId="{71AB6223-C88D-D540-AB19-5729AD0779AE}" srcOrd="3" destOrd="0" parTransId="{3A982CE3-4747-134F-A15C-4B8859592FAD}" sibTransId="{F0C4C291-2F08-E24C-A325-F0EB0709AF6C}"/>
    <dgm:cxn modelId="{460FD2F5-B593-4E46-85B0-DA4A1B700B4C}" type="presOf" srcId="{75530F35-6061-4F42-A3CE-DE3C6BC99EFD}" destId="{53C4042A-3D4A-CC4C-A69A-A46951D534CC}" srcOrd="0" destOrd="3" presId="urn:microsoft.com/office/officeart/2005/8/layout/default"/>
    <dgm:cxn modelId="{32674FFA-B1EB-F241-BD7B-2B161CA7BE2A}" type="presOf" srcId="{5A1DAA60-1E30-0F46-BF3D-E3B05FFA96E7}" destId="{347A9F30-1806-DE48-9FBF-55E6A8BABB55}" srcOrd="0" destOrd="3" presId="urn:microsoft.com/office/officeart/2005/8/layout/default"/>
    <dgm:cxn modelId="{0CBE1FFE-B47A-3D4C-8058-DED59390656A}" type="presOf" srcId="{316970BC-F8CF-C746-9E16-B97F64A9E495}" destId="{3DDB6B87-99B0-6F43-987D-8822F6061829}" srcOrd="0" destOrd="0" presId="urn:microsoft.com/office/officeart/2005/8/layout/default"/>
    <dgm:cxn modelId="{A10893B7-D0B5-2645-8426-797ABFF1B24E}" type="presParOf" srcId="{B25D3338-1F3F-2544-A599-796559DAB465}" destId="{4986A6DC-5C77-774D-BC0F-E5CCDE497312}" srcOrd="0" destOrd="0" presId="urn:microsoft.com/office/officeart/2005/8/layout/default"/>
    <dgm:cxn modelId="{D5B7725B-BC73-1145-AD3E-AA91C74409F2}" type="presParOf" srcId="{B25D3338-1F3F-2544-A599-796559DAB465}" destId="{716FB006-FDAB-EC47-B427-5BF0A993F11C}" srcOrd="1" destOrd="0" presId="urn:microsoft.com/office/officeart/2005/8/layout/default"/>
    <dgm:cxn modelId="{38101717-37A6-F746-A4A5-C77DE2F06598}" type="presParOf" srcId="{B25D3338-1F3F-2544-A599-796559DAB465}" destId="{347A9F30-1806-DE48-9FBF-55E6A8BABB55}" srcOrd="2" destOrd="0" presId="urn:microsoft.com/office/officeart/2005/8/layout/default"/>
    <dgm:cxn modelId="{AD148C8F-18A8-404B-83F0-FFFF8D453ED2}" type="presParOf" srcId="{B25D3338-1F3F-2544-A599-796559DAB465}" destId="{B1558199-7418-2A46-B703-AAE33D86AE3D}" srcOrd="3" destOrd="0" presId="urn:microsoft.com/office/officeart/2005/8/layout/default"/>
    <dgm:cxn modelId="{4A65CF10-89A7-8341-BF7C-F74087E87D17}" type="presParOf" srcId="{B25D3338-1F3F-2544-A599-796559DAB465}" destId="{3DDB6B87-99B0-6F43-987D-8822F6061829}" srcOrd="4" destOrd="0" presId="urn:microsoft.com/office/officeart/2005/8/layout/default"/>
    <dgm:cxn modelId="{79339501-706F-9245-970E-E02AF109B8C9}" type="presParOf" srcId="{B25D3338-1F3F-2544-A599-796559DAB465}" destId="{46B9A350-1348-724A-8D08-5A475140A7EA}" srcOrd="5" destOrd="0" presId="urn:microsoft.com/office/officeart/2005/8/layout/default"/>
    <dgm:cxn modelId="{6F2FBF66-1B8C-6F42-962F-AAA7D2CDA671}" type="presParOf" srcId="{B25D3338-1F3F-2544-A599-796559DAB465}" destId="{7AD3A308-5569-E140-9EBE-ADA167DBF472}" srcOrd="6" destOrd="0" presId="urn:microsoft.com/office/officeart/2005/8/layout/default"/>
    <dgm:cxn modelId="{20BD36F4-D421-804C-9617-9876C25D147C}" type="presParOf" srcId="{B25D3338-1F3F-2544-A599-796559DAB465}" destId="{AD0DE308-4F9E-CA48-BEB4-68223E96ECCE}" srcOrd="7" destOrd="0" presId="urn:microsoft.com/office/officeart/2005/8/layout/default"/>
    <dgm:cxn modelId="{0BB07121-8A69-6045-9E02-237ED5850E0D}" type="presParOf" srcId="{B25D3338-1F3F-2544-A599-796559DAB465}" destId="{53C4042A-3D4A-CC4C-A69A-A46951D534C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CE2A2D-C11C-7643-A939-441BE0CFB0FF}" type="doc">
      <dgm:prSet loTypeId="urn:microsoft.com/office/officeart/2005/8/layout/default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226806BD-E944-1249-BF8B-E434ADBAE721}">
      <dgm:prSet phldrT="[Texto]" custT="1"/>
      <dgm:spPr/>
      <dgm:t>
        <a:bodyPr/>
        <a:lstStyle/>
        <a:p>
          <a:pPr algn="l"/>
          <a:r>
            <a:rPr lang="en-US" sz="1800" b="1" dirty="0"/>
            <a:t>Asset Management</a:t>
          </a:r>
        </a:p>
      </dgm:t>
    </dgm:pt>
    <dgm:pt modelId="{1AA03334-E927-B441-9DBB-6BDD673B37DC}" type="parTrans" cxnId="{B727165C-CA17-1044-A14C-E1E736269B5F}">
      <dgm:prSet/>
      <dgm:spPr/>
      <dgm:t>
        <a:bodyPr/>
        <a:lstStyle/>
        <a:p>
          <a:endParaRPr lang="es-ES" sz="2400"/>
        </a:p>
      </dgm:t>
    </dgm:pt>
    <dgm:pt modelId="{2398F5B4-CBA3-CE4F-A343-87E8AB077614}" type="sibTrans" cxnId="{B727165C-CA17-1044-A14C-E1E736269B5F}">
      <dgm:prSet/>
      <dgm:spPr/>
      <dgm:t>
        <a:bodyPr/>
        <a:lstStyle/>
        <a:p>
          <a:endParaRPr lang="es-ES" sz="2400"/>
        </a:p>
      </dgm:t>
    </dgm:pt>
    <dgm:pt modelId="{FDE74685-4D76-B34D-A754-D5646CD812D3}">
      <dgm:prSet phldrT="[Texto]" custT="1"/>
      <dgm:spPr/>
      <dgm:t>
        <a:bodyPr/>
        <a:lstStyle/>
        <a:p>
          <a:r>
            <a:rPr lang="en-US" sz="1800" b="1" dirty="0"/>
            <a:t>Identification &amp; Classification</a:t>
          </a:r>
        </a:p>
      </dgm:t>
    </dgm:pt>
    <dgm:pt modelId="{9D5EAC80-F093-7D46-A3F8-DF948BD6DD02}" type="parTrans" cxnId="{56AE7FCF-6210-3F4F-AEB8-BA6D64CBE27D}">
      <dgm:prSet/>
      <dgm:spPr/>
      <dgm:t>
        <a:bodyPr/>
        <a:lstStyle/>
        <a:p>
          <a:endParaRPr lang="es-ES" sz="2400"/>
        </a:p>
      </dgm:t>
    </dgm:pt>
    <dgm:pt modelId="{FD438077-3E6C-0542-9D82-71318921E987}" type="sibTrans" cxnId="{56AE7FCF-6210-3F4F-AEB8-BA6D64CBE27D}">
      <dgm:prSet/>
      <dgm:spPr/>
      <dgm:t>
        <a:bodyPr/>
        <a:lstStyle/>
        <a:p>
          <a:endParaRPr lang="es-ES" sz="2400"/>
        </a:p>
      </dgm:t>
    </dgm:pt>
    <dgm:pt modelId="{316970BC-F8CF-C746-9E16-B97F64A9E495}">
      <dgm:prSet phldrT="[Texto]" custT="1"/>
      <dgm:spPr/>
      <dgm:t>
        <a:bodyPr/>
        <a:lstStyle/>
        <a:p>
          <a:r>
            <a:rPr lang="en-US" sz="1800" b="1" dirty="0"/>
            <a:t>Equipment &amp; Data Model</a:t>
          </a:r>
        </a:p>
      </dgm:t>
    </dgm:pt>
    <dgm:pt modelId="{E4085862-D95A-9E43-A6C7-2680A4BB7635}" type="parTrans" cxnId="{BE9A153B-66DE-104D-89ED-BD85EBD824E2}">
      <dgm:prSet/>
      <dgm:spPr/>
      <dgm:t>
        <a:bodyPr/>
        <a:lstStyle/>
        <a:p>
          <a:endParaRPr lang="es-ES" sz="2400"/>
        </a:p>
      </dgm:t>
    </dgm:pt>
    <dgm:pt modelId="{8D406154-42E0-7C45-B9F2-31E5C686A327}" type="sibTrans" cxnId="{BE9A153B-66DE-104D-89ED-BD85EBD824E2}">
      <dgm:prSet/>
      <dgm:spPr/>
      <dgm:t>
        <a:bodyPr/>
        <a:lstStyle/>
        <a:p>
          <a:endParaRPr lang="es-ES" sz="2400"/>
        </a:p>
      </dgm:t>
    </dgm:pt>
    <dgm:pt modelId="{71AB6223-C88D-D540-AB19-5729AD0779AE}">
      <dgm:prSet phldrT="[Texto]" custT="1"/>
      <dgm:spPr/>
      <dgm:t>
        <a:bodyPr/>
        <a:lstStyle/>
        <a:p>
          <a:r>
            <a:rPr lang="en-US" sz="1800" b="1" dirty="0"/>
            <a:t>Maintenance &amp; Reliability</a:t>
          </a:r>
        </a:p>
      </dgm:t>
    </dgm:pt>
    <dgm:pt modelId="{3A982CE3-4747-134F-A15C-4B8859592FAD}" type="parTrans" cxnId="{DAC573F5-903B-D049-908A-EF57BD361A04}">
      <dgm:prSet/>
      <dgm:spPr/>
      <dgm:t>
        <a:bodyPr/>
        <a:lstStyle/>
        <a:p>
          <a:endParaRPr lang="es-ES" sz="2400"/>
        </a:p>
      </dgm:t>
    </dgm:pt>
    <dgm:pt modelId="{F0C4C291-2F08-E24C-A325-F0EB0709AF6C}" type="sibTrans" cxnId="{DAC573F5-903B-D049-908A-EF57BD361A04}">
      <dgm:prSet/>
      <dgm:spPr/>
      <dgm:t>
        <a:bodyPr/>
        <a:lstStyle/>
        <a:p>
          <a:endParaRPr lang="es-ES" sz="2400"/>
        </a:p>
      </dgm:t>
    </dgm:pt>
    <dgm:pt modelId="{0B1F9CD0-909C-0E42-838D-9780C97A1DB5}">
      <dgm:prSet phldrT="[Texto]" custT="1"/>
      <dgm:spPr/>
      <dgm:t>
        <a:bodyPr/>
        <a:lstStyle/>
        <a:p>
          <a:pPr algn="l"/>
          <a:r>
            <a:rPr lang="en-US" sz="1400" dirty="0"/>
            <a:t>ISO 55000 series</a:t>
          </a:r>
        </a:p>
      </dgm:t>
    </dgm:pt>
    <dgm:pt modelId="{2BDF28FB-9B60-6C4D-9600-6F21FDA1B6A7}" type="parTrans" cxnId="{319E1743-98D3-994C-8A84-FFF9D7FB9864}">
      <dgm:prSet/>
      <dgm:spPr/>
      <dgm:t>
        <a:bodyPr/>
        <a:lstStyle/>
        <a:p>
          <a:endParaRPr lang="es-ES" sz="2400"/>
        </a:p>
      </dgm:t>
    </dgm:pt>
    <dgm:pt modelId="{29CE62D4-F899-6245-AD91-FE65F0168725}" type="sibTrans" cxnId="{319E1743-98D3-994C-8A84-FFF9D7FB9864}">
      <dgm:prSet/>
      <dgm:spPr/>
      <dgm:t>
        <a:bodyPr/>
        <a:lstStyle/>
        <a:p>
          <a:endParaRPr lang="es-ES" sz="2400"/>
        </a:p>
      </dgm:t>
    </dgm:pt>
    <dgm:pt modelId="{857E776E-C306-DF42-BA56-F4842E5A42EB}">
      <dgm:prSet phldrT="[Texto]" custT="1"/>
      <dgm:spPr/>
      <dgm:t>
        <a:bodyPr/>
        <a:lstStyle/>
        <a:p>
          <a:pPr algn="l"/>
          <a:r>
            <a:rPr lang="en-US" sz="1400" dirty="0"/>
            <a:t>PAS 55</a:t>
          </a:r>
        </a:p>
      </dgm:t>
    </dgm:pt>
    <dgm:pt modelId="{40E49F44-89D0-A64E-B305-F82212355425}" type="parTrans" cxnId="{AE580184-2A58-8E47-9A62-2A8BB68D75AB}">
      <dgm:prSet/>
      <dgm:spPr/>
      <dgm:t>
        <a:bodyPr/>
        <a:lstStyle/>
        <a:p>
          <a:endParaRPr lang="es-ES" sz="2400"/>
        </a:p>
      </dgm:t>
    </dgm:pt>
    <dgm:pt modelId="{B72656E1-861C-C340-A127-999C7FCA6843}" type="sibTrans" cxnId="{AE580184-2A58-8E47-9A62-2A8BB68D75AB}">
      <dgm:prSet/>
      <dgm:spPr/>
      <dgm:t>
        <a:bodyPr/>
        <a:lstStyle/>
        <a:p>
          <a:endParaRPr lang="es-ES" sz="2400"/>
        </a:p>
      </dgm:t>
    </dgm:pt>
    <dgm:pt modelId="{C2524D90-6D1C-5F4D-B56F-D9C9E1C1C5B1}">
      <dgm:prSet phldrT="[Texto]" custT="1"/>
      <dgm:spPr/>
      <dgm:t>
        <a:bodyPr/>
        <a:lstStyle/>
        <a:p>
          <a:pPr algn="l"/>
          <a:r>
            <a:rPr lang="en-US" sz="1400" dirty="0"/>
            <a:t>ISO19650</a:t>
          </a:r>
        </a:p>
      </dgm:t>
    </dgm:pt>
    <dgm:pt modelId="{147E4587-CDDF-D74A-B26B-9A5823F14E38}" type="parTrans" cxnId="{1D031C9E-1059-1C47-8E64-CB84300C6017}">
      <dgm:prSet/>
      <dgm:spPr/>
      <dgm:t>
        <a:bodyPr/>
        <a:lstStyle/>
        <a:p>
          <a:endParaRPr lang="es-ES" sz="2400"/>
        </a:p>
      </dgm:t>
    </dgm:pt>
    <dgm:pt modelId="{F3A9FED0-6540-9749-BBE1-4ACB4D3946FA}" type="sibTrans" cxnId="{1D031C9E-1059-1C47-8E64-CB84300C6017}">
      <dgm:prSet/>
      <dgm:spPr/>
      <dgm:t>
        <a:bodyPr/>
        <a:lstStyle/>
        <a:p>
          <a:endParaRPr lang="es-ES" sz="2400"/>
        </a:p>
      </dgm:t>
    </dgm:pt>
    <dgm:pt modelId="{48C1A8D4-7DD5-6048-9C24-5CB03FCE9C46}">
      <dgm:prSet phldrT="[Texto]" custT="1"/>
      <dgm:spPr/>
      <dgm:t>
        <a:bodyPr/>
        <a:lstStyle/>
        <a:p>
          <a:pPr algn="l"/>
          <a:r>
            <a:rPr lang="en-US" sz="1400" dirty="0"/>
            <a:t>GS1</a:t>
          </a:r>
        </a:p>
      </dgm:t>
    </dgm:pt>
    <dgm:pt modelId="{2E059340-B129-E947-9992-C8F6638AAD24}" type="parTrans" cxnId="{DE3CC7D6-69F9-AB47-AF3C-10D60FC4B1DA}">
      <dgm:prSet/>
      <dgm:spPr/>
      <dgm:t>
        <a:bodyPr/>
        <a:lstStyle/>
        <a:p>
          <a:endParaRPr lang="es-ES" sz="2400"/>
        </a:p>
      </dgm:t>
    </dgm:pt>
    <dgm:pt modelId="{6B0824A6-291E-994A-9EE9-B05EE7AC2AE1}" type="sibTrans" cxnId="{DE3CC7D6-69F9-AB47-AF3C-10D60FC4B1DA}">
      <dgm:prSet/>
      <dgm:spPr/>
      <dgm:t>
        <a:bodyPr/>
        <a:lstStyle/>
        <a:p>
          <a:endParaRPr lang="es-ES" sz="2400"/>
        </a:p>
      </dgm:t>
    </dgm:pt>
    <dgm:pt modelId="{B85E31A5-6579-864C-99A1-350044D41CD7}">
      <dgm:prSet phldrT="[Texto]" custT="1"/>
      <dgm:spPr/>
      <dgm:t>
        <a:bodyPr/>
        <a:lstStyle/>
        <a:p>
          <a:r>
            <a:rPr lang="en-US" sz="1400" dirty="0"/>
            <a:t>IEC 81346 (RDS)</a:t>
          </a:r>
        </a:p>
      </dgm:t>
    </dgm:pt>
    <dgm:pt modelId="{9C925613-890A-5F4C-89BC-CC2240953226}" type="parTrans" cxnId="{7309A06A-FE21-BF42-9B85-192996774E80}">
      <dgm:prSet/>
      <dgm:spPr/>
      <dgm:t>
        <a:bodyPr/>
        <a:lstStyle/>
        <a:p>
          <a:endParaRPr lang="es-ES" sz="2400"/>
        </a:p>
      </dgm:t>
    </dgm:pt>
    <dgm:pt modelId="{916507EB-EB01-9847-BA83-7C7D0A7B3FD3}" type="sibTrans" cxnId="{7309A06A-FE21-BF42-9B85-192996774E80}">
      <dgm:prSet/>
      <dgm:spPr/>
      <dgm:t>
        <a:bodyPr/>
        <a:lstStyle/>
        <a:p>
          <a:endParaRPr lang="es-ES" sz="2400"/>
        </a:p>
      </dgm:t>
    </dgm:pt>
    <dgm:pt modelId="{82490B4E-042A-4445-9BFE-BE0902FD66DF}">
      <dgm:prSet phldrT="[Texto]" custT="1"/>
      <dgm:spPr/>
      <dgm:t>
        <a:bodyPr/>
        <a:lstStyle/>
        <a:p>
          <a:r>
            <a:rPr lang="en-US" sz="1400" dirty="0"/>
            <a:t>KKS, RDS-PP</a:t>
          </a:r>
        </a:p>
      </dgm:t>
    </dgm:pt>
    <dgm:pt modelId="{361B152D-2E12-2747-8979-AA0C86A9E781}" type="parTrans" cxnId="{57929136-C852-2347-ABAE-D8B15BE36BC0}">
      <dgm:prSet/>
      <dgm:spPr/>
      <dgm:t>
        <a:bodyPr/>
        <a:lstStyle/>
        <a:p>
          <a:endParaRPr lang="es-ES" sz="2400"/>
        </a:p>
      </dgm:t>
    </dgm:pt>
    <dgm:pt modelId="{79EC8EFD-51AE-344A-848B-3187A4771504}" type="sibTrans" cxnId="{57929136-C852-2347-ABAE-D8B15BE36BC0}">
      <dgm:prSet/>
      <dgm:spPr/>
      <dgm:t>
        <a:bodyPr/>
        <a:lstStyle/>
        <a:p>
          <a:endParaRPr lang="es-ES" sz="2400"/>
        </a:p>
      </dgm:t>
    </dgm:pt>
    <dgm:pt modelId="{5A1DAA60-1E30-0F46-BF3D-E3B05FFA96E7}">
      <dgm:prSet phldrT="[Texto]" custT="1"/>
      <dgm:spPr/>
      <dgm:t>
        <a:bodyPr/>
        <a:lstStyle/>
        <a:p>
          <a:r>
            <a:rPr lang="en-US" sz="1400" dirty="0"/>
            <a:t>ECLASS</a:t>
          </a:r>
        </a:p>
      </dgm:t>
    </dgm:pt>
    <dgm:pt modelId="{A6D4E918-D8FF-A748-8FA2-9ACE646C8BDE}" type="parTrans" cxnId="{5DAFE0D2-3C61-BE4A-B723-775A0A0BD59F}">
      <dgm:prSet/>
      <dgm:spPr/>
      <dgm:t>
        <a:bodyPr/>
        <a:lstStyle/>
        <a:p>
          <a:endParaRPr lang="es-ES" sz="2400"/>
        </a:p>
      </dgm:t>
    </dgm:pt>
    <dgm:pt modelId="{CD686BF2-6F67-D940-B1BE-C53C242D907C}" type="sibTrans" cxnId="{5DAFE0D2-3C61-BE4A-B723-775A0A0BD59F}">
      <dgm:prSet/>
      <dgm:spPr/>
      <dgm:t>
        <a:bodyPr/>
        <a:lstStyle/>
        <a:p>
          <a:endParaRPr lang="es-ES" sz="2400"/>
        </a:p>
      </dgm:t>
    </dgm:pt>
    <dgm:pt modelId="{96B76B5D-DF34-7949-9D9A-7FD255B81499}">
      <dgm:prSet phldrT="[Texto]" custT="1"/>
      <dgm:spPr/>
      <dgm:t>
        <a:bodyPr/>
        <a:lstStyle/>
        <a:p>
          <a:r>
            <a:rPr lang="en-US" sz="1400" dirty="0"/>
            <a:t>UNSPSC</a:t>
          </a:r>
        </a:p>
      </dgm:t>
    </dgm:pt>
    <dgm:pt modelId="{918B601F-1478-EA48-8812-88BFDB4D2813}" type="parTrans" cxnId="{7B08C103-74E2-AC4D-951C-604D8ABF1C69}">
      <dgm:prSet/>
      <dgm:spPr/>
      <dgm:t>
        <a:bodyPr/>
        <a:lstStyle/>
        <a:p>
          <a:endParaRPr lang="es-ES" sz="2400"/>
        </a:p>
      </dgm:t>
    </dgm:pt>
    <dgm:pt modelId="{4C667181-8926-B74E-97EC-AD0596DABE18}" type="sibTrans" cxnId="{7B08C103-74E2-AC4D-951C-604D8ABF1C69}">
      <dgm:prSet/>
      <dgm:spPr/>
      <dgm:t>
        <a:bodyPr/>
        <a:lstStyle/>
        <a:p>
          <a:endParaRPr lang="es-ES" sz="2400"/>
        </a:p>
      </dgm:t>
    </dgm:pt>
    <dgm:pt modelId="{6E9A5C1D-A0AC-3949-AE78-5E248D5C7524}">
      <dgm:prSet phldrT="[Texto]" custT="1"/>
      <dgm:spPr/>
      <dgm:t>
        <a:bodyPr/>
        <a:lstStyle/>
        <a:p>
          <a:r>
            <a:rPr lang="en-US" sz="1400" dirty="0"/>
            <a:t>ISO 15926</a:t>
          </a:r>
        </a:p>
      </dgm:t>
    </dgm:pt>
    <dgm:pt modelId="{5130B0BD-D2BD-AE43-9FD8-A698CB7ED67E}" type="parTrans" cxnId="{B83D175F-F709-1F43-A6CF-05ECC1B3ADBE}">
      <dgm:prSet/>
      <dgm:spPr/>
      <dgm:t>
        <a:bodyPr/>
        <a:lstStyle/>
        <a:p>
          <a:endParaRPr lang="es-ES" sz="2400"/>
        </a:p>
      </dgm:t>
    </dgm:pt>
    <dgm:pt modelId="{B317C0C2-2B10-E44B-A8A2-340931CF86B7}" type="sibTrans" cxnId="{B83D175F-F709-1F43-A6CF-05ECC1B3ADBE}">
      <dgm:prSet/>
      <dgm:spPr/>
      <dgm:t>
        <a:bodyPr/>
        <a:lstStyle/>
        <a:p>
          <a:endParaRPr lang="es-ES" sz="2400"/>
        </a:p>
      </dgm:t>
    </dgm:pt>
    <dgm:pt modelId="{9BACEBA4-178E-0B45-AF20-265E54FE3A33}">
      <dgm:prSet phldrT="[Texto]" custT="1"/>
      <dgm:spPr/>
      <dgm:t>
        <a:bodyPr/>
        <a:lstStyle/>
        <a:p>
          <a:r>
            <a:rPr lang="en-US" sz="1400" dirty="0"/>
            <a:t>CFIHOS</a:t>
          </a:r>
        </a:p>
      </dgm:t>
    </dgm:pt>
    <dgm:pt modelId="{5223F888-820E-794D-8DA7-BD1868284828}" type="parTrans" cxnId="{D7C6D231-CCA0-C840-B9B0-CBD9CA864115}">
      <dgm:prSet/>
      <dgm:spPr/>
      <dgm:t>
        <a:bodyPr/>
        <a:lstStyle/>
        <a:p>
          <a:endParaRPr lang="es-ES" sz="2400"/>
        </a:p>
      </dgm:t>
    </dgm:pt>
    <dgm:pt modelId="{3C251B88-9F1A-6A4A-84E2-1D38F8A9963C}" type="sibTrans" cxnId="{D7C6D231-CCA0-C840-B9B0-CBD9CA864115}">
      <dgm:prSet/>
      <dgm:spPr/>
      <dgm:t>
        <a:bodyPr/>
        <a:lstStyle/>
        <a:p>
          <a:endParaRPr lang="es-ES" sz="2400"/>
        </a:p>
      </dgm:t>
    </dgm:pt>
    <dgm:pt modelId="{89FB4A48-C707-B440-B99B-998009B7A904}">
      <dgm:prSet phldrT="[Texto]" custT="1"/>
      <dgm:spPr/>
      <dgm:t>
        <a:bodyPr/>
        <a:lstStyle/>
        <a:p>
          <a:r>
            <a:rPr lang="en-US" sz="1400" dirty="0"/>
            <a:t>ISO 8000</a:t>
          </a:r>
        </a:p>
      </dgm:t>
    </dgm:pt>
    <dgm:pt modelId="{23D4E118-257A-A141-A3C2-EEB25B156900}" type="parTrans" cxnId="{8F62AC88-2F5D-254D-BB58-AD9EF20FE16C}">
      <dgm:prSet/>
      <dgm:spPr/>
      <dgm:t>
        <a:bodyPr/>
        <a:lstStyle/>
        <a:p>
          <a:endParaRPr lang="es-ES" sz="2400"/>
        </a:p>
      </dgm:t>
    </dgm:pt>
    <dgm:pt modelId="{E2E75FE1-20AE-474B-9BD4-874C2E1E7E1D}" type="sibTrans" cxnId="{8F62AC88-2F5D-254D-BB58-AD9EF20FE16C}">
      <dgm:prSet/>
      <dgm:spPr/>
      <dgm:t>
        <a:bodyPr/>
        <a:lstStyle/>
        <a:p>
          <a:endParaRPr lang="es-ES" sz="2400"/>
        </a:p>
      </dgm:t>
    </dgm:pt>
    <dgm:pt modelId="{B5FC93F9-BE18-B84D-8A80-08DAAE10194D}">
      <dgm:prSet phldrT="[Texto]" custT="1"/>
      <dgm:spPr/>
      <dgm:t>
        <a:bodyPr/>
        <a:lstStyle/>
        <a:p>
          <a:r>
            <a:rPr lang="en-US" sz="1400" dirty="0"/>
            <a:t>IEC 61987</a:t>
          </a:r>
        </a:p>
      </dgm:t>
    </dgm:pt>
    <dgm:pt modelId="{58A65AF8-5BAE-C744-AC28-53C97F2A2C6C}" type="parTrans" cxnId="{E855C310-01C8-5A43-9DD6-EBED56FB40FA}">
      <dgm:prSet/>
      <dgm:spPr/>
      <dgm:t>
        <a:bodyPr/>
        <a:lstStyle/>
        <a:p>
          <a:endParaRPr lang="es-ES" sz="2400"/>
        </a:p>
      </dgm:t>
    </dgm:pt>
    <dgm:pt modelId="{5316C939-B5AF-9340-B942-7454D60A8D5E}" type="sibTrans" cxnId="{E855C310-01C8-5A43-9DD6-EBED56FB40FA}">
      <dgm:prSet/>
      <dgm:spPr/>
      <dgm:t>
        <a:bodyPr/>
        <a:lstStyle/>
        <a:p>
          <a:endParaRPr lang="es-ES" sz="2400"/>
        </a:p>
      </dgm:t>
    </dgm:pt>
    <dgm:pt modelId="{35973D75-92D1-7140-A631-3C6DB7AC4336}">
      <dgm:prSet phldrT="[Texto]" custT="1"/>
      <dgm:spPr/>
      <dgm:t>
        <a:bodyPr/>
        <a:lstStyle/>
        <a:p>
          <a:r>
            <a:rPr lang="en-US" sz="1400" dirty="0"/>
            <a:t>ISO 13584</a:t>
          </a:r>
        </a:p>
      </dgm:t>
    </dgm:pt>
    <dgm:pt modelId="{61CA3F77-E11D-5346-A902-BC914D65A58D}" type="parTrans" cxnId="{C86C4259-687F-9048-A761-45B49953117F}">
      <dgm:prSet/>
      <dgm:spPr/>
      <dgm:t>
        <a:bodyPr/>
        <a:lstStyle/>
        <a:p>
          <a:endParaRPr lang="es-ES" sz="2400"/>
        </a:p>
      </dgm:t>
    </dgm:pt>
    <dgm:pt modelId="{187CDE84-2C85-7642-A784-33E3ECCB601F}" type="sibTrans" cxnId="{C86C4259-687F-9048-A761-45B49953117F}">
      <dgm:prSet/>
      <dgm:spPr/>
      <dgm:t>
        <a:bodyPr/>
        <a:lstStyle/>
        <a:p>
          <a:endParaRPr lang="es-ES" sz="2400"/>
        </a:p>
      </dgm:t>
    </dgm:pt>
    <dgm:pt modelId="{1EEE5591-6D7E-DF46-9FEB-933A5A060A69}">
      <dgm:prSet phldrT="[Texto]" custT="1"/>
      <dgm:spPr/>
      <dgm:t>
        <a:bodyPr/>
        <a:lstStyle/>
        <a:p>
          <a:r>
            <a:rPr lang="en-US" sz="1400" dirty="0"/>
            <a:t>IEC 62714</a:t>
          </a:r>
        </a:p>
      </dgm:t>
    </dgm:pt>
    <dgm:pt modelId="{2CA42510-88B1-684D-B2F3-46FA32BB1A4B}" type="parTrans" cxnId="{894EF42C-2E44-2C4A-9E82-17F1B57AD3FE}">
      <dgm:prSet/>
      <dgm:spPr/>
      <dgm:t>
        <a:bodyPr/>
        <a:lstStyle/>
        <a:p>
          <a:endParaRPr lang="es-ES" sz="2400"/>
        </a:p>
      </dgm:t>
    </dgm:pt>
    <dgm:pt modelId="{83572717-30F6-524F-B5A0-B8BA0CD04DDB}" type="sibTrans" cxnId="{894EF42C-2E44-2C4A-9E82-17F1B57AD3FE}">
      <dgm:prSet/>
      <dgm:spPr/>
      <dgm:t>
        <a:bodyPr/>
        <a:lstStyle/>
        <a:p>
          <a:endParaRPr lang="es-ES" sz="2400"/>
        </a:p>
      </dgm:t>
    </dgm:pt>
    <dgm:pt modelId="{04EE0E72-ADBC-3C41-BF9D-C6ADC86D2EBD}">
      <dgm:prSet phldrT="[Texto]" custT="1"/>
      <dgm:spPr/>
      <dgm:t>
        <a:bodyPr/>
        <a:lstStyle/>
        <a:p>
          <a:r>
            <a:rPr lang="en-US" sz="1400" dirty="0"/>
            <a:t>ISO 14224</a:t>
          </a:r>
        </a:p>
      </dgm:t>
    </dgm:pt>
    <dgm:pt modelId="{1D233E9D-170C-2D4D-B32C-A45DB1DA7A07}" type="parTrans" cxnId="{2DBDA22B-94AC-FC4F-8031-E2BD75F18F0D}">
      <dgm:prSet/>
      <dgm:spPr/>
      <dgm:t>
        <a:bodyPr/>
        <a:lstStyle/>
        <a:p>
          <a:endParaRPr lang="es-ES" sz="2400"/>
        </a:p>
      </dgm:t>
    </dgm:pt>
    <dgm:pt modelId="{04830EB3-EC0F-774B-A489-43782030204C}" type="sibTrans" cxnId="{2DBDA22B-94AC-FC4F-8031-E2BD75F18F0D}">
      <dgm:prSet/>
      <dgm:spPr/>
      <dgm:t>
        <a:bodyPr/>
        <a:lstStyle/>
        <a:p>
          <a:endParaRPr lang="es-ES" sz="2400"/>
        </a:p>
      </dgm:t>
    </dgm:pt>
    <dgm:pt modelId="{F9FECA84-0DDB-294E-AD18-ECA8412E5848}">
      <dgm:prSet phldrT="[Texto]" custT="1"/>
      <dgm:spPr/>
      <dgm:t>
        <a:bodyPr/>
        <a:lstStyle/>
        <a:p>
          <a:r>
            <a:rPr lang="en-US" sz="1400" dirty="0"/>
            <a:t>IEC 60300</a:t>
          </a:r>
        </a:p>
      </dgm:t>
    </dgm:pt>
    <dgm:pt modelId="{BD926507-A588-CC4A-865A-00CD57E398D0}" type="parTrans" cxnId="{0647E3C2-E565-5B40-B973-8800E5735F5B}">
      <dgm:prSet/>
      <dgm:spPr/>
      <dgm:t>
        <a:bodyPr/>
        <a:lstStyle/>
        <a:p>
          <a:endParaRPr lang="es-ES" sz="2400"/>
        </a:p>
      </dgm:t>
    </dgm:pt>
    <dgm:pt modelId="{6E68DC95-CA2B-5A46-B527-0F3E69C32BB2}" type="sibTrans" cxnId="{0647E3C2-E565-5B40-B973-8800E5735F5B}">
      <dgm:prSet/>
      <dgm:spPr/>
      <dgm:t>
        <a:bodyPr/>
        <a:lstStyle/>
        <a:p>
          <a:endParaRPr lang="es-ES" sz="2400"/>
        </a:p>
      </dgm:t>
    </dgm:pt>
    <dgm:pt modelId="{00981226-5866-B848-8C05-C5208AC2ADD1}">
      <dgm:prSet phldrT="[Texto]" custT="1"/>
      <dgm:spPr/>
      <dgm:t>
        <a:bodyPr/>
        <a:lstStyle/>
        <a:p>
          <a:r>
            <a:rPr lang="en-US" sz="1400" dirty="0"/>
            <a:t>ASME BPVC</a:t>
          </a:r>
        </a:p>
      </dgm:t>
    </dgm:pt>
    <dgm:pt modelId="{DCEA7DCA-540E-7845-A770-99EE8DA58DF4}" type="parTrans" cxnId="{8C25F6C3-7F97-124F-AE51-8A6D523F8FF6}">
      <dgm:prSet/>
      <dgm:spPr/>
      <dgm:t>
        <a:bodyPr/>
        <a:lstStyle/>
        <a:p>
          <a:endParaRPr lang="es-ES" sz="2400"/>
        </a:p>
      </dgm:t>
    </dgm:pt>
    <dgm:pt modelId="{1342F277-7E35-894E-B5EE-0AB29ACF0F2B}" type="sibTrans" cxnId="{8C25F6C3-7F97-124F-AE51-8A6D523F8FF6}">
      <dgm:prSet/>
      <dgm:spPr/>
      <dgm:t>
        <a:bodyPr/>
        <a:lstStyle/>
        <a:p>
          <a:endParaRPr lang="es-ES" sz="2400"/>
        </a:p>
      </dgm:t>
    </dgm:pt>
    <dgm:pt modelId="{6CA85FEF-BA65-E947-81C2-1367391DA97C}">
      <dgm:prSet phldrT="[Texto]" custT="1"/>
      <dgm:spPr/>
      <dgm:t>
        <a:bodyPr/>
        <a:lstStyle/>
        <a:p>
          <a:r>
            <a:rPr lang="en-US" sz="1800" b="1" dirty="0"/>
            <a:t>Industry-specific technical</a:t>
          </a:r>
        </a:p>
      </dgm:t>
    </dgm:pt>
    <dgm:pt modelId="{5AB91BEF-8F88-E34D-B982-348BBCF4A4D4}" type="sibTrans" cxnId="{C8C435CA-870A-8140-B375-4C21EA832F3E}">
      <dgm:prSet/>
      <dgm:spPr/>
      <dgm:t>
        <a:bodyPr/>
        <a:lstStyle/>
        <a:p>
          <a:endParaRPr lang="es-ES" sz="2400"/>
        </a:p>
      </dgm:t>
    </dgm:pt>
    <dgm:pt modelId="{F3AAAD1C-1613-5E44-81CD-0AC50D47DA26}" type="parTrans" cxnId="{C8C435CA-870A-8140-B375-4C21EA832F3E}">
      <dgm:prSet/>
      <dgm:spPr/>
      <dgm:t>
        <a:bodyPr/>
        <a:lstStyle/>
        <a:p>
          <a:endParaRPr lang="es-ES" sz="2400"/>
        </a:p>
      </dgm:t>
    </dgm:pt>
    <dgm:pt modelId="{8BB78BB9-3615-4A43-B6A1-4B1FE35B7F97}">
      <dgm:prSet phldrT="[Texto]" custT="1"/>
      <dgm:spPr/>
      <dgm:t>
        <a:bodyPr/>
        <a:lstStyle/>
        <a:p>
          <a:r>
            <a:rPr lang="en-US" sz="1400" dirty="0"/>
            <a:t>DNV</a:t>
          </a:r>
        </a:p>
      </dgm:t>
    </dgm:pt>
    <dgm:pt modelId="{655FCFB0-7471-E34B-989A-E34D13224BFB}" type="parTrans" cxnId="{AF3DE707-9D72-604F-8512-C51B0D7AD0EF}">
      <dgm:prSet/>
      <dgm:spPr/>
      <dgm:t>
        <a:bodyPr/>
        <a:lstStyle/>
        <a:p>
          <a:endParaRPr lang="es-ES" sz="2400"/>
        </a:p>
      </dgm:t>
    </dgm:pt>
    <dgm:pt modelId="{34AFA9A9-6634-5047-A8C1-9679856FA591}" type="sibTrans" cxnId="{AF3DE707-9D72-604F-8512-C51B0D7AD0EF}">
      <dgm:prSet/>
      <dgm:spPr/>
      <dgm:t>
        <a:bodyPr/>
        <a:lstStyle/>
        <a:p>
          <a:endParaRPr lang="es-ES" sz="2400"/>
        </a:p>
      </dgm:t>
    </dgm:pt>
    <dgm:pt modelId="{75530F35-6061-4F42-A3CE-DE3C6BC99EFD}">
      <dgm:prSet phldrT="[Texto]" custT="1"/>
      <dgm:spPr/>
      <dgm:t>
        <a:bodyPr/>
        <a:lstStyle/>
        <a:p>
          <a:r>
            <a:rPr lang="en-US" sz="1400" dirty="0"/>
            <a:t>IEEE</a:t>
          </a:r>
        </a:p>
      </dgm:t>
    </dgm:pt>
    <dgm:pt modelId="{2132457D-1C4D-6844-A9BB-DAAB4F7D7DEF}" type="parTrans" cxnId="{246A1A4F-4320-AB47-BD51-EE0AD8506B8A}">
      <dgm:prSet/>
      <dgm:spPr/>
      <dgm:t>
        <a:bodyPr/>
        <a:lstStyle/>
        <a:p>
          <a:endParaRPr lang="es-ES" sz="2400"/>
        </a:p>
      </dgm:t>
    </dgm:pt>
    <dgm:pt modelId="{B78203FC-357E-004D-8B97-59FD10E65196}" type="sibTrans" cxnId="{246A1A4F-4320-AB47-BD51-EE0AD8506B8A}">
      <dgm:prSet/>
      <dgm:spPr/>
      <dgm:t>
        <a:bodyPr/>
        <a:lstStyle/>
        <a:p>
          <a:endParaRPr lang="es-ES" sz="2400"/>
        </a:p>
      </dgm:t>
    </dgm:pt>
    <dgm:pt modelId="{B25D3338-1F3F-2544-A599-796559DAB465}" type="pres">
      <dgm:prSet presAssocID="{E4CE2A2D-C11C-7643-A939-441BE0CFB0FF}" presName="diagram" presStyleCnt="0">
        <dgm:presLayoutVars>
          <dgm:dir/>
          <dgm:resizeHandles val="exact"/>
        </dgm:presLayoutVars>
      </dgm:prSet>
      <dgm:spPr/>
    </dgm:pt>
    <dgm:pt modelId="{4986A6DC-5C77-774D-BC0F-E5CCDE497312}" type="pres">
      <dgm:prSet presAssocID="{226806BD-E944-1249-BF8B-E434ADBAE721}" presName="node" presStyleLbl="node1" presStyleIdx="0" presStyleCnt="5" custScaleY="60386">
        <dgm:presLayoutVars>
          <dgm:bulletEnabled val="1"/>
        </dgm:presLayoutVars>
      </dgm:prSet>
      <dgm:spPr/>
    </dgm:pt>
    <dgm:pt modelId="{716FB006-FDAB-EC47-B427-5BF0A993F11C}" type="pres">
      <dgm:prSet presAssocID="{2398F5B4-CBA3-CE4F-A343-87E8AB077614}" presName="sibTrans" presStyleCnt="0"/>
      <dgm:spPr/>
    </dgm:pt>
    <dgm:pt modelId="{347A9F30-1806-DE48-9FBF-55E6A8BABB55}" type="pres">
      <dgm:prSet presAssocID="{FDE74685-4D76-B34D-A754-D5646CD812D3}" presName="node" presStyleLbl="node1" presStyleIdx="1" presStyleCnt="5" custScaleY="95572">
        <dgm:presLayoutVars>
          <dgm:bulletEnabled val="1"/>
        </dgm:presLayoutVars>
      </dgm:prSet>
      <dgm:spPr/>
    </dgm:pt>
    <dgm:pt modelId="{B1558199-7418-2A46-B703-AAE33D86AE3D}" type="pres">
      <dgm:prSet presAssocID="{FD438077-3E6C-0542-9D82-71318921E987}" presName="sibTrans" presStyleCnt="0"/>
      <dgm:spPr/>
    </dgm:pt>
    <dgm:pt modelId="{3DDB6B87-99B0-6F43-987D-8822F6061829}" type="pres">
      <dgm:prSet presAssocID="{316970BC-F8CF-C746-9E16-B97F64A9E495}" presName="node" presStyleLbl="node1" presStyleIdx="2" presStyleCnt="5" custScaleY="72555">
        <dgm:presLayoutVars>
          <dgm:bulletEnabled val="1"/>
        </dgm:presLayoutVars>
      </dgm:prSet>
      <dgm:spPr/>
    </dgm:pt>
    <dgm:pt modelId="{46B9A350-1348-724A-8D08-5A475140A7EA}" type="pres">
      <dgm:prSet presAssocID="{8D406154-42E0-7C45-B9F2-31E5C686A327}" presName="sibTrans" presStyleCnt="0"/>
      <dgm:spPr/>
    </dgm:pt>
    <dgm:pt modelId="{7AD3A308-5569-E140-9EBE-ADA167DBF472}" type="pres">
      <dgm:prSet presAssocID="{71AB6223-C88D-D540-AB19-5729AD0779AE}" presName="node" presStyleLbl="node1" presStyleIdx="3" presStyleCnt="5" custScaleY="42007">
        <dgm:presLayoutVars>
          <dgm:bulletEnabled val="1"/>
        </dgm:presLayoutVars>
      </dgm:prSet>
      <dgm:spPr/>
    </dgm:pt>
    <dgm:pt modelId="{AD0DE308-4F9E-CA48-BEB4-68223E96ECCE}" type="pres">
      <dgm:prSet presAssocID="{F0C4C291-2F08-E24C-A325-F0EB0709AF6C}" presName="sibTrans" presStyleCnt="0"/>
      <dgm:spPr/>
    </dgm:pt>
    <dgm:pt modelId="{53C4042A-3D4A-CC4C-A69A-A46951D534CC}" type="pres">
      <dgm:prSet presAssocID="{6CA85FEF-BA65-E947-81C2-1367391DA97C}" presName="node" presStyleLbl="node1" presStyleIdx="4" presStyleCnt="5" custScaleX="117457" custScaleY="49096">
        <dgm:presLayoutVars>
          <dgm:bulletEnabled val="1"/>
        </dgm:presLayoutVars>
      </dgm:prSet>
      <dgm:spPr/>
    </dgm:pt>
  </dgm:ptLst>
  <dgm:cxnLst>
    <dgm:cxn modelId="{7B08C103-74E2-AC4D-951C-604D8ABF1C69}" srcId="{FDE74685-4D76-B34D-A754-D5646CD812D3}" destId="{96B76B5D-DF34-7949-9D9A-7FD255B81499}" srcOrd="3" destOrd="0" parTransId="{918B601F-1478-EA48-8812-88BFDB4D2813}" sibTransId="{4C667181-8926-B74E-97EC-AD0596DABE18}"/>
    <dgm:cxn modelId="{8D3D5605-4A3D-CF49-83FB-CC39CDA0459E}" type="presOf" srcId="{6CA85FEF-BA65-E947-81C2-1367391DA97C}" destId="{53C4042A-3D4A-CC4C-A69A-A46951D534CC}" srcOrd="0" destOrd="0" presId="urn:microsoft.com/office/officeart/2005/8/layout/default"/>
    <dgm:cxn modelId="{AF3DE707-9D72-604F-8512-C51B0D7AD0EF}" srcId="{6CA85FEF-BA65-E947-81C2-1367391DA97C}" destId="{8BB78BB9-3615-4A43-B6A1-4B1FE35B7F97}" srcOrd="1" destOrd="0" parTransId="{655FCFB0-7471-E34B-989A-E34D13224BFB}" sibTransId="{34AFA9A9-6634-5047-A8C1-9679856FA591}"/>
    <dgm:cxn modelId="{E855C310-01C8-5A43-9DD6-EBED56FB40FA}" srcId="{316970BC-F8CF-C746-9E16-B97F64A9E495}" destId="{B5FC93F9-BE18-B84D-8A80-08DAAE10194D}" srcOrd="1" destOrd="0" parTransId="{58A65AF8-5BAE-C744-AC28-53C97F2A2C6C}" sibTransId="{5316C939-B5AF-9340-B942-7454D60A8D5E}"/>
    <dgm:cxn modelId="{59A28D1B-5D88-BD42-857F-63817A3E61E1}" type="presOf" srcId="{35973D75-92D1-7140-A631-3C6DB7AC4336}" destId="{3DDB6B87-99B0-6F43-987D-8822F6061829}" srcOrd="0" destOrd="3" presId="urn:microsoft.com/office/officeart/2005/8/layout/default"/>
    <dgm:cxn modelId="{857E971E-6EC4-5842-A40D-E489DC3FB785}" type="presOf" srcId="{C2524D90-6D1C-5F4D-B56F-D9C9E1C1C5B1}" destId="{4986A6DC-5C77-774D-BC0F-E5CCDE497312}" srcOrd="0" destOrd="3" presId="urn:microsoft.com/office/officeart/2005/8/layout/default"/>
    <dgm:cxn modelId="{6A8E3923-CA1F-9040-9819-C94FF7F215C3}" type="presOf" srcId="{1EEE5591-6D7E-DF46-9FEB-933A5A060A69}" destId="{3DDB6B87-99B0-6F43-987D-8822F6061829}" srcOrd="0" destOrd="4" presId="urn:microsoft.com/office/officeart/2005/8/layout/default"/>
    <dgm:cxn modelId="{2DBDA22B-94AC-FC4F-8031-E2BD75F18F0D}" srcId="{71AB6223-C88D-D540-AB19-5729AD0779AE}" destId="{04EE0E72-ADBC-3C41-BF9D-C6ADC86D2EBD}" srcOrd="0" destOrd="0" parTransId="{1D233E9D-170C-2D4D-B32C-A45DB1DA7A07}" sibTransId="{04830EB3-EC0F-774B-A489-43782030204C}"/>
    <dgm:cxn modelId="{894EF42C-2E44-2C4A-9E82-17F1B57AD3FE}" srcId="{316970BC-F8CF-C746-9E16-B97F64A9E495}" destId="{1EEE5591-6D7E-DF46-9FEB-933A5A060A69}" srcOrd="3" destOrd="0" parTransId="{2CA42510-88B1-684D-B2F3-46FA32BB1A4B}" sibTransId="{83572717-30F6-524F-B5A0-B8BA0CD04DDB}"/>
    <dgm:cxn modelId="{D7C6D231-CCA0-C840-B9B0-CBD9CA864115}" srcId="{FDE74685-4D76-B34D-A754-D5646CD812D3}" destId="{9BACEBA4-178E-0B45-AF20-265E54FE3A33}" srcOrd="5" destOrd="0" parTransId="{5223F888-820E-794D-8DA7-BD1868284828}" sibTransId="{3C251B88-9F1A-6A4A-84E2-1D38F8A9963C}"/>
    <dgm:cxn modelId="{93AB3435-FB3B-3B4A-BCA1-02215D6DDF25}" type="presOf" srcId="{9BACEBA4-178E-0B45-AF20-265E54FE3A33}" destId="{347A9F30-1806-DE48-9FBF-55E6A8BABB55}" srcOrd="0" destOrd="6" presId="urn:microsoft.com/office/officeart/2005/8/layout/default"/>
    <dgm:cxn modelId="{57929136-C852-2347-ABAE-D8B15BE36BC0}" srcId="{FDE74685-4D76-B34D-A754-D5646CD812D3}" destId="{82490B4E-042A-4445-9BFE-BE0902FD66DF}" srcOrd="1" destOrd="0" parTransId="{361B152D-2E12-2747-8979-AA0C86A9E781}" sibTransId="{79EC8EFD-51AE-344A-848B-3187A4771504}"/>
    <dgm:cxn modelId="{BE9A153B-66DE-104D-89ED-BD85EBD824E2}" srcId="{E4CE2A2D-C11C-7643-A939-441BE0CFB0FF}" destId="{316970BC-F8CF-C746-9E16-B97F64A9E495}" srcOrd="2" destOrd="0" parTransId="{E4085862-D95A-9E43-A6C7-2680A4BB7635}" sibTransId="{8D406154-42E0-7C45-B9F2-31E5C686A327}"/>
    <dgm:cxn modelId="{319E1743-98D3-994C-8A84-FFF9D7FB9864}" srcId="{226806BD-E944-1249-BF8B-E434ADBAE721}" destId="{0B1F9CD0-909C-0E42-838D-9780C97A1DB5}" srcOrd="0" destOrd="0" parTransId="{2BDF28FB-9B60-6C4D-9600-6F21FDA1B6A7}" sibTransId="{29CE62D4-F899-6245-AD91-FE65F0168725}"/>
    <dgm:cxn modelId="{B94B514A-7BAB-ED40-81E2-2AA8BE0B2322}" type="presOf" srcId="{F9FECA84-0DDB-294E-AD18-ECA8412E5848}" destId="{7AD3A308-5569-E140-9EBE-ADA167DBF472}" srcOrd="0" destOrd="2" presId="urn:microsoft.com/office/officeart/2005/8/layout/default"/>
    <dgm:cxn modelId="{A2400C4C-B2B3-C94D-B901-2B76BF002C8E}" type="presOf" srcId="{71AB6223-C88D-D540-AB19-5729AD0779AE}" destId="{7AD3A308-5569-E140-9EBE-ADA167DBF472}" srcOrd="0" destOrd="0" presId="urn:microsoft.com/office/officeart/2005/8/layout/default"/>
    <dgm:cxn modelId="{3896154C-13F0-3540-B905-D16ECA15B37A}" type="presOf" srcId="{89FB4A48-C707-B440-B99B-998009B7A904}" destId="{3DDB6B87-99B0-6F43-987D-8822F6061829}" srcOrd="0" destOrd="1" presId="urn:microsoft.com/office/officeart/2005/8/layout/default"/>
    <dgm:cxn modelId="{62CA134D-137D-EF49-8002-B29701A1D02B}" type="presOf" srcId="{6E9A5C1D-A0AC-3949-AE78-5E248D5C7524}" destId="{347A9F30-1806-DE48-9FBF-55E6A8BABB55}" srcOrd="0" destOrd="5" presId="urn:microsoft.com/office/officeart/2005/8/layout/default"/>
    <dgm:cxn modelId="{246A1A4F-4320-AB47-BD51-EE0AD8506B8A}" srcId="{6CA85FEF-BA65-E947-81C2-1367391DA97C}" destId="{75530F35-6061-4F42-A3CE-DE3C6BC99EFD}" srcOrd="2" destOrd="0" parTransId="{2132457D-1C4D-6844-A9BB-DAAB4F7D7DEF}" sibTransId="{B78203FC-357E-004D-8B97-59FD10E65196}"/>
    <dgm:cxn modelId="{C86C4259-687F-9048-A761-45B49953117F}" srcId="{316970BC-F8CF-C746-9E16-B97F64A9E495}" destId="{35973D75-92D1-7140-A631-3C6DB7AC4336}" srcOrd="2" destOrd="0" parTransId="{61CA3F77-E11D-5346-A902-BC914D65A58D}" sibTransId="{187CDE84-2C85-7642-A784-33E3ECCB601F}"/>
    <dgm:cxn modelId="{DF47065B-D8D9-9043-9E71-86700DCF9A53}" type="presOf" srcId="{00981226-5866-B848-8C05-C5208AC2ADD1}" destId="{53C4042A-3D4A-CC4C-A69A-A46951D534CC}" srcOrd="0" destOrd="1" presId="urn:microsoft.com/office/officeart/2005/8/layout/default"/>
    <dgm:cxn modelId="{B727165C-CA17-1044-A14C-E1E736269B5F}" srcId="{E4CE2A2D-C11C-7643-A939-441BE0CFB0FF}" destId="{226806BD-E944-1249-BF8B-E434ADBAE721}" srcOrd="0" destOrd="0" parTransId="{1AA03334-E927-B441-9DBB-6BDD673B37DC}" sibTransId="{2398F5B4-CBA3-CE4F-A343-87E8AB077614}"/>
    <dgm:cxn modelId="{B83D175F-F709-1F43-A6CF-05ECC1B3ADBE}" srcId="{FDE74685-4D76-B34D-A754-D5646CD812D3}" destId="{6E9A5C1D-A0AC-3949-AE78-5E248D5C7524}" srcOrd="4" destOrd="0" parTransId="{5130B0BD-D2BD-AE43-9FD8-A698CB7ED67E}" sibTransId="{B317C0C2-2B10-E44B-A8A2-340931CF86B7}"/>
    <dgm:cxn modelId="{7309A06A-FE21-BF42-9B85-192996774E80}" srcId="{FDE74685-4D76-B34D-A754-D5646CD812D3}" destId="{B85E31A5-6579-864C-99A1-350044D41CD7}" srcOrd="0" destOrd="0" parTransId="{9C925613-890A-5F4C-89BC-CC2240953226}" sibTransId="{916507EB-EB01-9847-BA83-7C7D0A7B3FD3}"/>
    <dgm:cxn modelId="{4370E67E-9158-2F40-AB18-77D7AF2318B1}" type="presOf" srcId="{0B1F9CD0-909C-0E42-838D-9780C97A1DB5}" destId="{4986A6DC-5C77-774D-BC0F-E5CCDE497312}" srcOrd="0" destOrd="1" presId="urn:microsoft.com/office/officeart/2005/8/layout/default"/>
    <dgm:cxn modelId="{C7004181-BD17-424E-B303-FEC25C1A61CB}" type="presOf" srcId="{FDE74685-4D76-B34D-A754-D5646CD812D3}" destId="{347A9F30-1806-DE48-9FBF-55E6A8BABB55}" srcOrd="0" destOrd="0" presId="urn:microsoft.com/office/officeart/2005/8/layout/default"/>
    <dgm:cxn modelId="{AE580184-2A58-8E47-9A62-2A8BB68D75AB}" srcId="{226806BD-E944-1249-BF8B-E434ADBAE721}" destId="{857E776E-C306-DF42-BA56-F4842E5A42EB}" srcOrd="1" destOrd="0" parTransId="{40E49F44-89D0-A64E-B305-F82212355425}" sibTransId="{B72656E1-861C-C340-A127-999C7FCA6843}"/>
    <dgm:cxn modelId="{DDB9CE84-DA53-814E-A301-F6DA091290A3}" type="presOf" srcId="{82490B4E-042A-4445-9BFE-BE0902FD66DF}" destId="{347A9F30-1806-DE48-9FBF-55E6A8BABB55}" srcOrd="0" destOrd="2" presId="urn:microsoft.com/office/officeart/2005/8/layout/default"/>
    <dgm:cxn modelId="{8F62AC88-2F5D-254D-BB58-AD9EF20FE16C}" srcId="{316970BC-F8CF-C746-9E16-B97F64A9E495}" destId="{89FB4A48-C707-B440-B99B-998009B7A904}" srcOrd="0" destOrd="0" parTransId="{23D4E118-257A-A141-A3C2-EEB25B156900}" sibTransId="{E2E75FE1-20AE-474B-9BD4-874C2E1E7E1D}"/>
    <dgm:cxn modelId="{4093808A-1A4A-5D47-A684-D9713E7C82DA}" type="presOf" srcId="{48C1A8D4-7DD5-6048-9C24-5CB03FCE9C46}" destId="{4986A6DC-5C77-774D-BC0F-E5CCDE497312}" srcOrd="0" destOrd="4" presId="urn:microsoft.com/office/officeart/2005/8/layout/default"/>
    <dgm:cxn modelId="{97D1A391-1F7E-C544-A807-1A2C983D4B81}" type="presOf" srcId="{857E776E-C306-DF42-BA56-F4842E5A42EB}" destId="{4986A6DC-5C77-774D-BC0F-E5CCDE497312}" srcOrd="0" destOrd="2" presId="urn:microsoft.com/office/officeart/2005/8/layout/default"/>
    <dgm:cxn modelId="{A9CCAF96-F22C-C741-929B-BCA1B238CA29}" type="presOf" srcId="{E4CE2A2D-C11C-7643-A939-441BE0CFB0FF}" destId="{B25D3338-1F3F-2544-A599-796559DAB465}" srcOrd="0" destOrd="0" presId="urn:microsoft.com/office/officeart/2005/8/layout/default"/>
    <dgm:cxn modelId="{1D031C9E-1059-1C47-8E64-CB84300C6017}" srcId="{226806BD-E944-1249-BF8B-E434ADBAE721}" destId="{C2524D90-6D1C-5F4D-B56F-D9C9E1C1C5B1}" srcOrd="2" destOrd="0" parTransId="{147E4587-CDDF-D74A-B26B-9A5823F14E38}" sibTransId="{F3A9FED0-6540-9749-BBE1-4ACB4D3946FA}"/>
    <dgm:cxn modelId="{B28E23AD-904A-CC44-B0F3-01A0E404963D}" type="presOf" srcId="{8BB78BB9-3615-4A43-B6A1-4B1FE35B7F97}" destId="{53C4042A-3D4A-CC4C-A69A-A46951D534CC}" srcOrd="0" destOrd="2" presId="urn:microsoft.com/office/officeart/2005/8/layout/default"/>
    <dgm:cxn modelId="{91BA4DAF-7864-AD4C-905A-10935C9CAC79}" type="presOf" srcId="{226806BD-E944-1249-BF8B-E434ADBAE721}" destId="{4986A6DC-5C77-774D-BC0F-E5CCDE497312}" srcOrd="0" destOrd="0" presId="urn:microsoft.com/office/officeart/2005/8/layout/default"/>
    <dgm:cxn modelId="{4E4EA5B3-CF2E-CF4B-AF15-A92F9A530CDD}" type="presOf" srcId="{B85E31A5-6579-864C-99A1-350044D41CD7}" destId="{347A9F30-1806-DE48-9FBF-55E6A8BABB55}" srcOrd="0" destOrd="1" presId="urn:microsoft.com/office/officeart/2005/8/layout/default"/>
    <dgm:cxn modelId="{31A0E3B8-B47D-5B47-866B-297F28679CD8}" type="presOf" srcId="{B5FC93F9-BE18-B84D-8A80-08DAAE10194D}" destId="{3DDB6B87-99B0-6F43-987D-8822F6061829}" srcOrd="0" destOrd="2" presId="urn:microsoft.com/office/officeart/2005/8/layout/default"/>
    <dgm:cxn modelId="{0647E3C2-E565-5B40-B973-8800E5735F5B}" srcId="{71AB6223-C88D-D540-AB19-5729AD0779AE}" destId="{F9FECA84-0DDB-294E-AD18-ECA8412E5848}" srcOrd="1" destOrd="0" parTransId="{BD926507-A588-CC4A-865A-00CD57E398D0}" sibTransId="{6E68DC95-CA2B-5A46-B527-0F3E69C32BB2}"/>
    <dgm:cxn modelId="{8C25F6C3-7F97-124F-AE51-8A6D523F8FF6}" srcId="{6CA85FEF-BA65-E947-81C2-1367391DA97C}" destId="{00981226-5866-B848-8C05-C5208AC2ADD1}" srcOrd="0" destOrd="0" parTransId="{DCEA7DCA-540E-7845-A770-99EE8DA58DF4}" sibTransId="{1342F277-7E35-894E-B5EE-0AB29ACF0F2B}"/>
    <dgm:cxn modelId="{C8C435CA-870A-8140-B375-4C21EA832F3E}" srcId="{E4CE2A2D-C11C-7643-A939-441BE0CFB0FF}" destId="{6CA85FEF-BA65-E947-81C2-1367391DA97C}" srcOrd="4" destOrd="0" parTransId="{F3AAAD1C-1613-5E44-81CD-0AC50D47DA26}" sibTransId="{5AB91BEF-8F88-E34D-B982-348BBCF4A4D4}"/>
    <dgm:cxn modelId="{A1B238CC-DA39-2F49-8DBC-839F10627530}" type="presOf" srcId="{96B76B5D-DF34-7949-9D9A-7FD255B81499}" destId="{347A9F30-1806-DE48-9FBF-55E6A8BABB55}" srcOrd="0" destOrd="4" presId="urn:microsoft.com/office/officeart/2005/8/layout/default"/>
    <dgm:cxn modelId="{56AE7FCF-6210-3F4F-AEB8-BA6D64CBE27D}" srcId="{E4CE2A2D-C11C-7643-A939-441BE0CFB0FF}" destId="{FDE74685-4D76-B34D-A754-D5646CD812D3}" srcOrd="1" destOrd="0" parTransId="{9D5EAC80-F093-7D46-A3F8-DF948BD6DD02}" sibTransId="{FD438077-3E6C-0542-9D82-71318921E987}"/>
    <dgm:cxn modelId="{5DAFE0D2-3C61-BE4A-B723-775A0A0BD59F}" srcId="{FDE74685-4D76-B34D-A754-D5646CD812D3}" destId="{5A1DAA60-1E30-0F46-BF3D-E3B05FFA96E7}" srcOrd="2" destOrd="0" parTransId="{A6D4E918-D8FF-A748-8FA2-9ACE646C8BDE}" sibTransId="{CD686BF2-6F67-D940-B1BE-C53C242D907C}"/>
    <dgm:cxn modelId="{DE3CC7D6-69F9-AB47-AF3C-10D60FC4B1DA}" srcId="{226806BD-E944-1249-BF8B-E434ADBAE721}" destId="{48C1A8D4-7DD5-6048-9C24-5CB03FCE9C46}" srcOrd="3" destOrd="0" parTransId="{2E059340-B129-E947-9992-C8F6638AAD24}" sibTransId="{6B0824A6-291E-994A-9EE9-B05EE7AC2AE1}"/>
    <dgm:cxn modelId="{FCBD5BF5-F08E-BB4D-B864-BADD379F5387}" type="presOf" srcId="{04EE0E72-ADBC-3C41-BF9D-C6ADC86D2EBD}" destId="{7AD3A308-5569-E140-9EBE-ADA167DBF472}" srcOrd="0" destOrd="1" presId="urn:microsoft.com/office/officeart/2005/8/layout/default"/>
    <dgm:cxn modelId="{DAC573F5-903B-D049-908A-EF57BD361A04}" srcId="{E4CE2A2D-C11C-7643-A939-441BE0CFB0FF}" destId="{71AB6223-C88D-D540-AB19-5729AD0779AE}" srcOrd="3" destOrd="0" parTransId="{3A982CE3-4747-134F-A15C-4B8859592FAD}" sibTransId="{F0C4C291-2F08-E24C-A325-F0EB0709AF6C}"/>
    <dgm:cxn modelId="{460FD2F5-B593-4E46-85B0-DA4A1B700B4C}" type="presOf" srcId="{75530F35-6061-4F42-A3CE-DE3C6BC99EFD}" destId="{53C4042A-3D4A-CC4C-A69A-A46951D534CC}" srcOrd="0" destOrd="3" presId="urn:microsoft.com/office/officeart/2005/8/layout/default"/>
    <dgm:cxn modelId="{32674FFA-B1EB-F241-BD7B-2B161CA7BE2A}" type="presOf" srcId="{5A1DAA60-1E30-0F46-BF3D-E3B05FFA96E7}" destId="{347A9F30-1806-DE48-9FBF-55E6A8BABB55}" srcOrd="0" destOrd="3" presId="urn:microsoft.com/office/officeart/2005/8/layout/default"/>
    <dgm:cxn modelId="{0CBE1FFE-B47A-3D4C-8058-DED59390656A}" type="presOf" srcId="{316970BC-F8CF-C746-9E16-B97F64A9E495}" destId="{3DDB6B87-99B0-6F43-987D-8822F6061829}" srcOrd="0" destOrd="0" presId="urn:microsoft.com/office/officeart/2005/8/layout/default"/>
    <dgm:cxn modelId="{A10893B7-D0B5-2645-8426-797ABFF1B24E}" type="presParOf" srcId="{B25D3338-1F3F-2544-A599-796559DAB465}" destId="{4986A6DC-5C77-774D-BC0F-E5CCDE497312}" srcOrd="0" destOrd="0" presId="urn:microsoft.com/office/officeart/2005/8/layout/default"/>
    <dgm:cxn modelId="{D5B7725B-BC73-1145-AD3E-AA91C74409F2}" type="presParOf" srcId="{B25D3338-1F3F-2544-A599-796559DAB465}" destId="{716FB006-FDAB-EC47-B427-5BF0A993F11C}" srcOrd="1" destOrd="0" presId="urn:microsoft.com/office/officeart/2005/8/layout/default"/>
    <dgm:cxn modelId="{38101717-37A6-F746-A4A5-C77DE2F06598}" type="presParOf" srcId="{B25D3338-1F3F-2544-A599-796559DAB465}" destId="{347A9F30-1806-DE48-9FBF-55E6A8BABB55}" srcOrd="2" destOrd="0" presId="urn:microsoft.com/office/officeart/2005/8/layout/default"/>
    <dgm:cxn modelId="{AD148C8F-18A8-404B-83F0-FFFF8D453ED2}" type="presParOf" srcId="{B25D3338-1F3F-2544-A599-796559DAB465}" destId="{B1558199-7418-2A46-B703-AAE33D86AE3D}" srcOrd="3" destOrd="0" presId="urn:microsoft.com/office/officeart/2005/8/layout/default"/>
    <dgm:cxn modelId="{4A65CF10-89A7-8341-BF7C-F74087E87D17}" type="presParOf" srcId="{B25D3338-1F3F-2544-A599-796559DAB465}" destId="{3DDB6B87-99B0-6F43-987D-8822F6061829}" srcOrd="4" destOrd="0" presId="urn:microsoft.com/office/officeart/2005/8/layout/default"/>
    <dgm:cxn modelId="{79339501-706F-9245-970E-E02AF109B8C9}" type="presParOf" srcId="{B25D3338-1F3F-2544-A599-796559DAB465}" destId="{46B9A350-1348-724A-8D08-5A475140A7EA}" srcOrd="5" destOrd="0" presId="urn:microsoft.com/office/officeart/2005/8/layout/default"/>
    <dgm:cxn modelId="{6F2FBF66-1B8C-6F42-962F-AAA7D2CDA671}" type="presParOf" srcId="{B25D3338-1F3F-2544-A599-796559DAB465}" destId="{7AD3A308-5569-E140-9EBE-ADA167DBF472}" srcOrd="6" destOrd="0" presId="urn:microsoft.com/office/officeart/2005/8/layout/default"/>
    <dgm:cxn modelId="{20BD36F4-D421-804C-9617-9876C25D147C}" type="presParOf" srcId="{B25D3338-1F3F-2544-A599-796559DAB465}" destId="{AD0DE308-4F9E-CA48-BEB4-68223E96ECCE}" srcOrd="7" destOrd="0" presId="urn:microsoft.com/office/officeart/2005/8/layout/default"/>
    <dgm:cxn modelId="{0BB07121-8A69-6045-9E02-237ED5850E0D}" type="presParOf" srcId="{B25D3338-1F3F-2544-A599-796559DAB465}" destId="{53C4042A-3D4A-CC4C-A69A-A46951D534C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6A6DC-5C77-774D-BC0F-E5CCDE497312}">
      <dsp:nvSpPr>
        <dsp:cNvPr id="0" name=""/>
        <dsp:cNvSpPr/>
      </dsp:nvSpPr>
      <dsp:spPr>
        <a:xfrm>
          <a:off x="0" y="1267454"/>
          <a:ext cx="3809999" cy="13804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Asset Management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55000 series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PAS 55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ISO19650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GS1</a:t>
          </a:r>
        </a:p>
      </dsp:txBody>
      <dsp:txXfrm>
        <a:off x="0" y="1267454"/>
        <a:ext cx="3809999" cy="1380423"/>
      </dsp:txXfrm>
    </dsp:sp>
    <dsp:sp modelId="{347A9F30-1806-DE48-9FBF-55E6A8BABB55}">
      <dsp:nvSpPr>
        <dsp:cNvPr id="0" name=""/>
        <dsp:cNvSpPr/>
      </dsp:nvSpPr>
      <dsp:spPr>
        <a:xfrm>
          <a:off x="4191000" y="865278"/>
          <a:ext cx="3809999" cy="21847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Identification &amp; Classification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IEC 81346 (RDS)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KKS, RDS-PP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ECLASS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UNSPSC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15926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CFIHOS</a:t>
          </a:r>
        </a:p>
      </dsp:txBody>
      <dsp:txXfrm>
        <a:off x="4191000" y="865278"/>
        <a:ext cx="3809999" cy="2184775"/>
      </dsp:txXfrm>
    </dsp:sp>
    <dsp:sp modelId="{3DDB6B87-99B0-6F43-987D-8822F6061829}">
      <dsp:nvSpPr>
        <dsp:cNvPr id="0" name=""/>
        <dsp:cNvSpPr/>
      </dsp:nvSpPr>
      <dsp:spPr>
        <a:xfrm>
          <a:off x="8382000" y="1128362"/>
          <a:ext cx="3809999" cy="16586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Equipment &amp; Data Model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8000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IEC 61987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13584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IEC 62714</a:t>
          </a:r>
        </a:p>
      </dsp:txBody>
      <dsp:txXfrm>
        <a:off x="8382000" y="1128362"/>
        <a:ext cx="3809999" cy="1658607"/>
      </dsp:txXfrm>
    </dsp:sp>
    <dsp:sp modelId="{7AD3A308-5569-E140-9EBE-ADA167DBF472}">
      <dsp:nvSpPr>
        <dsp:cNvPr id="0" name=""/>
        <dsp:cNvSpPr/>
      </dsp:nvSpPr>
      <dsp:spPr>
        <a:xfrm>
          <a:off x="1762944" y="3512081"/>
          <a:ext cx="3809999" cy="9602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Maintenance &amp; Reliability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14224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IEC 60300</a:t>
          </a:r>
        </a:p>
      </dsp:txBody>
      <dsp:txXfrm>
        <a:off x="1762944" y="3512081"/>
        <a:ext cx="3809999" cy="960280"/>
      </dsp:txXfrm>
    </dsp:sp>
    <dsp:sp modelId="{53C4042A-3D4A-CC4C-A69A-A46951D534CC}">
      <dsp:nvSpPr>
        <dsp:cNvPr id="0" name=""/>
        <dsp:cNvSpPr/>
      </dsp:nvSpPr>
      <dsp:spPr>
        <a:xfrm>
          <a:off x="5953944" y="3431054"/>
          <a:ext cx="4475111" cy="11223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Industry-specific technical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ASME BPVC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DNV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IEEE</a:t>
          </a:r>
        </a:p>
      </dsp:txBody>
      <dsp:txXfrm>
        <a:off x="5953944" y="3431054"/>
        <a:ext cx="4475111" cy="11223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6A6DC-5C77-774D-BC0F-E5CCDE497312}">
      <dsp:nvSpPr>
        <dsp:cNvPr id="0" name=""/>
        <dsp:cNvSpPr/>
      </dsp:nvSpPr>
      <dsp:spPr>
        <a:xfrm>
          <a:off x="0" y="1267454"/>
          <a:ext cx="3809999" cy="13804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Asset Management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55000 series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PAS 55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ISO19650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GS1</a:t>
          </a:r>
        </a:p>
      </dsp:txBody>
      <dsp:txXfrm>
        <a:off x="0" y="1267454"/>
        <a:ext cx="3809999" cy="1380423"/>
      </dsp:txXfrm>
    </dsp:sp>
    <dsp:sp modelId="{347A9F30-1806-DE48-9FBF-55E6A8BABB55}">
      <dsp:nvSpPr>
        <dsp:cNvPr id="0" name=""/>
        <dsp:cNvSpPr/>
      </dsp:nvSpPr>
      <dsp:spPr>
        <a:xfrm>
          <a:off x="4191000" y="865278"/>
          <a:ext cx="3809999" cy="21847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Identification &amp; Classification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IEC 81346 (RDS)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KKS, RDS-PP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ECLASS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UNSPSC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15926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CFIHOS</a:t>
          </a:r>
        </a:p>
      </dsp:txBody>
      <dsp:txXfrm>
        <a:off x="4191000" y="865278"/>
        <a:ext cx="3809999" cy="2184775"/>
      </dsp:txXfrm>
    </dsp:sp>
    <dsp:sp modelId="{3DDB6B87-99B0-6F43-987D-8822F6061829}">
      <dsp:nvSpPr>
        <dsp:cNvPr id="0" name=""/>
        <dsp:cNvSpPr/>
      </dsp:nvSpPr>
      <dsp:spPr>
        <a:xfrm>
          <a:off x="8382000" y="1128362"/>
          <a:ext cx="3809999" cy="16586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Equipment &amp; Data Model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8000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IEC 61987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13584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IEC 62714</a:t>
          </a:r>
        </a:p>
      </dsp:txBody>
      <dsp:txXfrm>
        <a:off x="8382000" y="1128362"/>
        <a:ext cx="3809999" cy="1658607"/>
      </dsp:txXfrm>
    </dsp:sp>
    <dsp:sp modelId="{7AD3A308-5569-E140-9EBE-ADA167DBF472}">
      <dsp:nvSpPr>
        <dsp:cNvPr id="0" name=""/>
        <dsp:cNvSpPr/>
      </dsp:nvSpPr>
      <dsp:spPr>
        <a:xfrm>
          <a:off x="1762944" y="3512081"/>
          <a:ext cx="3809999" cy="9602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Maintenance &amp; Reliability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ISO 14224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IEC 60300</a:t>
          </a:r>
        </a:p>
      </dsp:txBody>
      <dsp:txXfrm>
        <a:off x="1762944" y="3512081"/>
        <a:ext cx="3809999" cy="960280"/>
      </dsp:txXfrm>
    </dsp:sp>
    <dsp:sp modelId="{53C4042A-3D4A-CC4C-A69A-A46951D534CC}">
      <dsp:nvSpPr>
        <dsp:cNvPr id="0" name=""/>
        <dsp:cNvSpPr/>
      </dsp:nvSpPr>
      <dsp:spPr>
        <a:xfrm>
          <a:off x="5953944" y="3431054"/>
          <a:ext cx="4475111" cy="11223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Industry-specific technical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ASME BPVC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DNV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IEEE</a:t>
          </a:r>
        </a:p>
      </dsp:txBody>
      <dsp:txXfrm>
        <a:off x="5953944" y="3431054"/>
        <a:ext cx="4475111" cy="1122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975238A-E77C-4161-8153-559CAAFF08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63C429-307D-46CA-9A12-06D8698F75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2EF3F-42B8-4B9D-A37E-11A4D443AA0D}" type="datetimeFigureOut">
              <a:rPr lang="en-US" sz="1050" smtClean="0"/>
              <a:t>2/22/26</a:t>
            </a:fld>
            <a:endParaRPr lang="en-US" sz="105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65EB52-C1D0-4343-AE68-5103D2F419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6198C1-5F95-4924-98B6-9E9A0B40AE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/>
              <a:t>Handout</a:t>
            </a:r>
            <a:r>
              <a:rPr lang="en-US" sz="1050" dirty="0"/>
              <a:t> </a:t>
            </a:r>
            <a:fld id="{FE9D864B-9634-41E7-BDAB-3BBEEED548E4}" type="slidenum">
              <a:rPr lang="en-US" sz="1050" smtClean="0"/>
              <a:t>‹Nº›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753600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000"/>
            </a:lvl1pPr>
          </a:lstStyle>
          <a:p>
            <a:endParaRPr lang="en-US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000"/>
            </a:lvl1pPr>
          </a:lstStyle>
          <a:p>
            <a:fld id="{B121E240-E9EA-40DE-8EFF-BE00DCAC0262}" type="datetimeFigureOut">
              <a:rPr lang="en-US" noProof="0" smtClean="0"/>
              <a:pPr/>
              <a:t>2/22/26</a:t>
            </a:fld>
            <a:endParaRPr lang="en-US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9394" y="4925407"/>
            <a:ext cx="6145276" cy="402987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noProof="0"/>
              <a:t>Formatvorlagen des Textmasters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000"/>
            </a:lvl1pPr>
          </a:lstStyle>
          <a:p>
            <a:endParaRPr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000"/>
            </a:lvl1pPr>
          </a:lstStyle>
          <a:p>
            <a:r>
              <a:rPr lang="en-US" b="1" noProof="0" dirty="0"/>
              <a:t>Notice </a:t>
            </a:r>
            <a:fld id="{84EE17C3-51E0-4A9C-B3A8-E6548E6A9E95}" type="slidenum">
              <a:rPr lang="en-US" noProof="0" smtClean="0"/>
              <a:pPr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147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7833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8435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8D006-3F15-1F9C-6FB2-33A97FDA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2CC949-94B5-A6EA-280B-13FBD3DD3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F8C6B3-97CC-181E-DBB8-9B59E33DB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751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4D862-F632-9CF9-D8F8-8CA48D371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C70C10-CC19-FD2B-4D31-131D36D39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9DBF95-FA17-403F-CF64-02062B482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slide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set up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describing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situation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tool</a:t>
            </a:r>
            <a:r>
              <a:rPr lang="es-ES" dirty="0"/>
              <a:t> data </a:t>
            </a:r>
            <a:r>
              <a:rPr lang="es-ES" dirty="0" err="1"/>
              <a:t>models</a:t>
            </a:r>
            <a:r>
              <a:rPr lang="es-ES" dirty="0"/>
              <a:t>/</a:t>
            </a:r>
            <a:r>
              <a:rPr lang="es-ES" dirty="0" err="1"/>
              <a:t>ontologies</a:t>
            </a:r>
            <a:r>
              <a:rPr lang="es-ES" dirty="0"/>
              <a:t>.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,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037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7CD17-8D2A-3577-3602-42EF470D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3DE2E75-4212-682B-7929-EECAC4739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3F6B17-F79C-B03A-B134-955E32E3C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slide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set up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describing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situation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tool</a:t>
            </a:r>
            <a:r>
              <a:rPr lang="es-ES" dirty="0"/>
              <a:t> data </a:t>
            </a:r>
            <a:r>
              <a:rPr lang="es-ES" dirty="0" err="1"/>
              <a:t>models</a:t>
            </a:r>
            <a:r>
              <a:rPr lang="es-ES" dirty="0"/>
              <a:t>/</a:t>
            </a:r>
            <a:r>
              <a:rPr lang="es-ES" dirty="0" err="1"/>
              <a:t>ontologies</a:t>
            </a:r>
            <a:r>
              <a:rPr lang="es-ES" dirty="0"/>
              <a:t>.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,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92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42DB2-2DE2-4D5A-98B0-D2E26808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F31837-AD46-BEEF-8B9A-6026C1D7B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350C2A-B1CE-1D32-EF18-4E5CD89AC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slide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set up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describing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situation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tool</a:t>
            </a:r>
            <a:r>
              <a:rPr lang="es-ES" dirty="0"/>
              <a:t> data </a:t>
            </a:r>
            <a:r>
              <a:rPr lang="es-ES" dirty="0" err="1"/>
              <a:t>models</a:t>
            </a:r>
            <a:r>
              <a:rPr lang="es-ES" dirty="0"/>
              <a:t>/</a:t>
            </a:r>
            <a:r>
              <a:rPr lang="es-ES" dirty="0" err="1"/>
              <a:t>ontologies</a:t>
            </a:r>
            <a:r>
              <a:rPr lang="es-ES" dirty="0"/>
              <a:t>.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,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512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slide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set up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describing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situation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tool</a:t>
            </a:r>
            <a:r>
              <a:rPr lang="es-ES" dirty="0"/>
              <a:t> data </a:t>
            </a:r>
            <a:r>
              <a:rPr lang="es-ES" dirty="0" err="1"/>
              <a:t>models</a:t>
            </a:r>
            <a:r>
              <a:rPr lang="es-ES" dirty="0"/>
              <a:t>/</a:t>
            </a:r>
            <a:r>
              <a:rPr lang="es-ES" dirty="0" err="1"/>
              <a:t>ontologies</a:t>
            </a:r>
            <a:r>
              <a:rPr lang="es-ES" dirty="0"/>
              <a:t>.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,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17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602F-128A-E5B4-6D20-35D4331A5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74DCB0-085A-8D71-12CD-FB749BC61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3D34875-C127-D2E9-29E5-8F7F625F2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slide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set up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describing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situation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tool</a:t>
            </a:r>
            <a:r>
              <a:rPr lang="es-ES" dirty="0"/>
              <a:t> data </a:t>
            </a:r>
            <a:r>
              <a:rPr lang="es-ES" dirty="0" err="1"/>
              <a:t>models</a:t>
            </a:r>
            <a:r>
              <a:rPr lang="es-ES" dirty="0"/>
              <a:t>/</a:t>
            </a:r>
            <a:r>
              <a:rPr lang="es-ES" dirty="0" err="1"/>
              <a:t>ontologies</a:t>
            </a:r>
            <a:r>
              <a:rPr lang="es-ES" dirty="0"/>
              <a:t>.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,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05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F6E8F-05A7-E215-149D-2FFABF0E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05D2ABA-CFDB-AF7A-17C2-1A298636F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56DF61-A994-936A-32F4-C4E804EE7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slide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set up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describing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situation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tool</a:t>
            </a:r>
            <a:r>
              <a:rPr lang="es-ES" dirty="0"/>
              <a:t> data </a:t>
            </a:r>
            <a:r>
              <a:rPr lang="es-ES" dirty="0" err="1"/>
              <a:t>models</a:t>
            </a:r>
            <a:r>
              <a:rPr lang="es-ES" dirty="0"/>
              <a:t>/</a:t>
            </a:r>
            <a:r>
              <a:rPr lang="es-ES" dirty="0" err="1"/>
              <a:t>ontologies</a:t>
            </a:r>
            <a:r>
              <a:rPr lang="es-ES" dirty="0"/>
              <a:t>.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,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184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95F05-2FC5-300A-E716-36694B5DE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DC091-EB89-55F2-D2BA-73E31FD43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26963-B6E0-27C7-0483-50F978A7C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687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2C2C-C715-C7F0-2009-92432B61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21802-2671-B235-1ECE-7AFB9D873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CDBF7-B30C-CDEF-C79D-1E18FA031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906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21A0D-1E11-A9EB-8BED-2B0C7F2F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F4A33-865D-D1C6-2AF4-AD9065FC9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9A727-9BA9-3013-0828-D42CE57BF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06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67B4A-A854-333C-B2E0-D1481C71B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088AE-9B16-D007-66B6-1A42564F2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F64DB-481B-A998-E343-BB59AA3F3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24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AFEDC-83AD-351A-864C-388D2743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17FED-7257-0FC1-F73D-6634540BF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07A1C-4B74-C440-3BA1-F2D54AB95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449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825FF-A04E-F112-F1D1-D00E84C1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1CF90-0F86-25D2-C91C-E99F37042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9077E-247F-9C23-A51C-8DBA92D95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45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4457-665A-B431-59D3-B52A7450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5CB5B-27B8-6358-91E9-771AD89FE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3E181-9FF7-1B55-5A86-5CDB0C425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62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6F0A-09E7-F107-D4AA-E3EF09CB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9380B-6BCA-AA18-2DCB-609E9F476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37E62-613D-1FE2-7878-06D337397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57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1296E-3452-7159-EA41-CE30FE3A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BEC8D-AD1B-8C25-D116-F6CE553E4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75E62-0E66-3D3E-D5B5-A96B95C7C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46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72007-414B-4617-6EBE-5B9FE3D7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44B8B-7D04-FD70-E7EE-D2EE18468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2EE06-7A3D-6E10-5484-C6CC75714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0785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8D765-E697-34E1-2DEF-76874B3A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97DE3-F25B-1290-71C7-552C4D4B7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5A006-33BF-926F-7431-DDF1CBDD3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956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E3E9-5BEF-4746-4671-F7926224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5FCC6-2BEF-57A6-3430-6FC0C0613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6AB68-F065-D3C0-A011-0BAB40809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8446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BC1DA-B639-DE03-123C-4A6C4BCAB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71059-E1EE-9049-2E48-C68090353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F7FFD-7B1A-0991-F7AA-4EE060EC3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120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845BB-116B-3BF7-47CB-4588592D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91415-700B-0A24-E056-4C3891B63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6ABE1-F998-21F4-F9C6-C2A8CBAE6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759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44FE-018F-D1C6-333E-431DAE29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05D85-0E7F-AF0A-D2E8-E850DCAA5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24A0F-DE5C-19AC-ECF4-8EAA38BED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70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C0930-4461-29F4-3858-3D4925F8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5BD20-87FA-EB4D-C4BA-4370B0115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012DD-560B-F129-8372-FFA9C5429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271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02230-7B93-31BE-694A-D333ED85F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33DD0-D8C6-E056-BE12-917C4461B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E44D3-ECBC-8289-C389-CE0BEACB9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3977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E775-6163-2C61-F22F-756336E47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C4BE8-DBD3-9BE7-2639-FE80C506B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0FB85-49F1-E272-0BB1-81841850C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8618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D8702-9A02-F3BA-9F35-3B1A59B3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AD3F7-50CD-7912-8A55-5DE9A9F72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FD35C-573F-1DE1-1319-D24BC244F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8530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362D-A5BF-BDAA-0184-A043B2409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9EE34-8331-3FD4-E81F-159FAB5FE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5CD6C-FFE0-7FA3-73FE-C60E015F5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379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E4D5B-6E9C-AA0F-749F-C87D190F8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4EEF4-79E5-EF83-2358-6EB45A320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A5AD4-D18E-AE85-A5E5-00F06E9C4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1204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181EB-626C-B5C5-88A1-64B1134A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5EB6C-A282-7958-C82A-0A727E974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A5996-54D4-85B5-85F1-7E065A803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687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6C847-D031-CE4F-8C7B-B7762FB2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B0140-AE0D-DF9F-EF9D-56F9288D5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7D7BC-71EF-AF0C-0887-5A6F7CA60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296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6BB7F-2FA8-5D88-352C-4494897B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397EB-872F-0F7A-3656-F6AFA9CA0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822EF-36D9-D9EE-50FA-72E02E523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2898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38CC1-AD18-20A8-78EF-FD5405440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5DD5B-D084-8F21-F6A6-40470B8C1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40699-ABB2-340D-DA71-9A6B730E7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competency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1784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233F6-97A8-1415-9314-E0160E37B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2782F0-F30D-F84A-3D20-66DB50BDD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F26BF8-3705-6E54-CDBE-4CFC1527B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5598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color fil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8207374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</a:t>
            </a:r>
            <a:fld id="{FA55B69A-C81D-4450-9F46-4A8AAD724BD7}" type="datetimeyyyy">
              <a:rPr lang="en-US" smtClean="0"/>
              <a:t>2022</a:t>
            </a:fld>
            <a:endParaRPr lang="en-US" dirty="0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90BFF75D-E167-4A8F-8F4D-52E75296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Ins="482400"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8" name="License statement">
            <a:extLst>
              <a:ext uri="{FF2B5EF4-FFF2-40B4-BE49-F238E27FC236}">
                <a16:creationId xmlns:a16="http://schemas.microsoft.com/office/drawing/2014/main" id="{C0045C3A-1F21-44D0-8D93-8AC33A04C18C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trademark licensed by Siemens AG.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F7B15AB2-8F54-442E-99E5-20BEAD71A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25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8208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7" name="License statement">
            <a:extLst>
              <a:ext uri="{FF2B5EF4-FFF2-40B4-BE49-F238E27FC236}">
                <a16:creationId xmlns:a16="http://schemas.microsoft.com/office/drawing/2014/main" id="{D0DCD031-C87D-4337-8B6F-81915A0662B8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trademark licensed by Siemens AG.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4774ED4C-2CE3-4F97-9292-1D483D04AB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9" name="Date">
            <a:extLst>
              <a:ext uri="{FF2B5EF4-FFF2-40B4-BE49-F238E27FC236}">
                <a16:creationId xmlns:a16="http://schemas.microsoft.com/office/drawing/2014/main" id="{02F576C2-5736-47C9-A523-35089182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AF96D2D8-40D0-45A6-B369-AE3FA38E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6172687-BB82-40EA-8381-3219890EE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235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of contents">
            <a:extLst>
              <a:ext uri="{FF2B5EF4-FFF2-40B4-BE49-F238E27FC236}">
                <a16:creationId xmlns:a16="http://schemas.microsoft.com/office/drawing/2014/main" id="{C41ED7A8-59A7-4A1B-85AB-660A43EF3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Table of contents</a:t>
            </a:r>
            <a:endParaRPr lang="en-US" dirty="0"/>
          </a:p>
        </p:txBody>
      </p:sp>
      <p:sp>
        <p:nvSpPr>
          <p:cNvPr id="4" name="Table"/>
          <p:cNvSpPr>
            <a:spLocks noGrp="1"/>
          </p:cNvSpPr>
          <p:nvPr>
            <p:ph type="tbl" sz="quarter" idx="10" hasCustomPrompt="1"/>
          </p:nvPr>
        </p:nvSpPr>
        <p:spPr>
          <a:xfrm>
            <a:off x="627062" y="1522800"/>
            <a:ext cx="8208000" cy="46445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Table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05D9AD02-F2A5-4B6B-9801-AB8446AD13F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4E3B1BBC-6FDD-40A2-B8A7-A0CE458D5C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BE12D5-0EE0-49EE-9AAC-99012B68D6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49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nde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of contents">
            <a:extLst>
              <a:ext uri="{FF2B5EF4-FFF2-40B4-BE49-F238E27FC236}">
                <a16:creationId xmlns:a16="http://schemas.microsoft.com/office/drawing/2014/main" id="{C310531E-0CC7-4528-B1E6-9F819FD0E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Table of contents</a:t>
            </a:r>
            <a:endParaRPr lang="en-US" dirty="0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3EF4C540-3305-446C-B3A6-5230FE8E1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4" name="Chapter 2">
            <a:extLst>
              <a:ext uri="{FF2B5EF4-FFF2-40B4-BE49-F238E27FC236}">
                <a16:creationId xmlns:a16="http://schemas.microsoft.com/office/drawing/2014/main" id="{F65B1E50-0024-482D-BD5A-7064672F6A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30732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5" name="Chapter 3">
            <a:extLst>
              <a:ext uri="{FF2B5EF4-FFF2-40B4-BE49-F238E27FC236}">
                <a16:creationId xmlns:a16="http://schemas.microsoft.com/office/drawing/2014/main" id="{8AC85E50-79A3-4CC2-85A0-1E361742F5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34400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6" name="Chapter 4">
            <a:extLst>
              <a:ext uri="{FF2B5EF4-FFF2-40B4-BE49-F238E27FC236}">
                <a16:creationId xmlns:a16="http://schemas.microsoft.com/office/drawing/2014/main" id="{6AEF1AD1-4DDB-4DBA-8C94-A0DA12F1A0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63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7" name="Chapter 5">
            <a:extLst>
              <a:ext uri="{FF2B5EF4-FFF2-40B4-BE49-F238E27FC236}">
                <a16:creationId xmlns:a16="http://schemas.microsoft.com/office/drawing/2014/main" id="{018C79BC-8598-41F5-B6E1-0DB86A5FC9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30732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8" name="Chapter 6">
            <a:extLst>
              <a:ext uri="{FF2B5EF4-FFF2-40B4-BE49-F238E27FC236}">
                <a16:creationId xmlns:a16="http://schemas.microsoft.com/office/drawing/2014/main" id="{92BB5C0A-7CAC-4620-92E5-253BEFF2D6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34400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6A5D931A-87EE-408E-B2A3-FD7B7C6070F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B3BD2DF-8D30-46C8-9FE7-ED978C91143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27AC3B7-3986-4C69-9332-614AC3C9741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9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0A4C4D-EAF6-4487-9B40-402A1831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96423D4E-37B3-465D-B8AB-963908D7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95EFF28-920F-4123-9A1D-AC0C8710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4C38ED2-4959-4663-AD0B-454C9B49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012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colo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A44E71F-B859-4008-8A5B-83A328EBFCDD}"/>
              </a:ext>
            </a:extLst>
          </p:cNvPr>
          <p:cNvSpPr/>
          <p:nvPr userDrawn="1"/>
        </p:nvSpPr>
        <p:spPr bwMode="ltGray">
          <a:xfrm>
            <a:off x="0" y="1414800"/>
            <a:ext cx="12191999" cy="4752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D8BA2A0-402B-4423-B445-CE1431A1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E8363801-B1CB-4180-97D2-8D68C505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306F7E6-F1EC-40EA-A37E-72B236F2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C26FBB2-B0F3-410E-B84E-0F9162FE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9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14800"/>
            <a:ext cx="12191999" cy="4752975"/>
          </a:xfrm>
        </p:spPr>
        <p:txBody>
          <a:bodyPr lIns="626400" tIns="252000" rIns="144000" bIns="252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7ACECF9-920E-4760-B49D-8F292064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988AC905-B409-4246-9393-5C84F7C238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5120A33-1DEB-443A-BAEE-D5F8502F47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20893F1-71B6-4467-B610-C984E52659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633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 large image 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14800"/>
            <a:ext cx="12192000" cy="5443199"/>
          </a:xfrm>
        </p:spPr>
        <p:txBody>
          <a:bodyPr lIns="626400" tIns="252000" rIns="144000" bIns="252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694A34-C7CA-48AB-8D23-B8EABFB0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214280F5-6A9D-4DFD-980C-9B97D6F4A07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3AA84DB-39EF-4A65-AB5F-3953F53DA6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7EAA400-B447-409F-83CA-388B065494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5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396FC1D-DB7A-4E51-83A7-D7995F9E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F4D466CD-6377-49FA-AD25-05B4AA7D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ED6595D-05AD-49F6-A5F9-ECCC081A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329F9B4-DB87-42EB-B543-F4F171DE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8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07FC25-F4AA-44AB-A199-BEA1688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3" y="1414800"/>
            <a:ext cx="691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8B06B150-A340-4F73-9FE5-4507B59B8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0202DEF8-718C-4287-9D9D-B4C30F80B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7D02A0-AB3F-4119-819A-41369D15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92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07FC25-F4AA-44AB-A199-BEA1688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3" y="1414800"/>
            <a:ext cx="691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EE3EA041-C63B-4A42-ABDE-DF11802A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13AA83A9-9350-46B4-97AA-064192382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4CAC2FD-0518-4E03-9837-AD02CF98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License statement">
            <a:extLst>
              <a:ext uri="{FF2B5EF4-FFF2-40B4-BE49-F238E27FC236}">
                <a16:creationId xmlns:a16="http://schemas.microsoft.com/office/drawing/2014/main" id="{8A8BFD76-D6D8-4CF7-9953-B1C9C522963C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trademark licensed by Siemens AG.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4DD39686-C426-4B02-B953-AC0AC4016A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69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3AF9F3-C036-494E-93A9-EEB85375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112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42048" y="1414800"/>
            <a:ext cx="547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B07A695-5717-44CA-9F83-55036C6561E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1C230EC-278F-446C-9170-18A458D712F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25176A5-A5F4-4F2F-8A6D-59AC594B455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527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6F8B4D2-6F05-469C-8BE4-52BAC6D3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Image 1">
            <a:extLst>
              <a:ext uri="{FF2B5EF4-FFF2-40B4-BE49-F238E27FC236}">
                <a16:creationId xmlns:a16="http://schemas.microsoft.com/office/drawing/2014/main" id="{1F47DA09-C1B9-4F79-811C-47680DD13F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2049" y="1414800"/>
            <a:ext cx="5472000" cy="2305049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B62DCAC0-0A0A-4FD1-9E6A-DFB48F5EAA1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42049" y="3862725"/>
            <a:ext cx="5472000" cy="2305050"/>
          </a:xfrm>
        </p:spPr>
        <p:txBody>
          <a:bodyPr lIns="144000" tIns="144000" rIns="144000" bIns="144000" anchor="b" anchorCtr="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4E543721-8831-48CC-B606-5925CAE98B5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2ACE9A3-D4AE-49E4-8C10-4112461BA5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48B46F9-F8BF-4ABE-9FA4-DCA7A617D47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63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ECFA6D-1332-4048-BA8C-6F8F3DE9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1" y="1414800"/>
            <a:ext cx="8834437" cy="2305050"/>
          </a:xfrm>
        </p:spPr>
        <p:txBody>
          <a:bodyPr lIns="626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" y="3862800"/>
            <a:ext cx="8834437" cy="2305049"/>
          </a:xfrm>
        </p:spPr>
        <p:txBody>
          <a:bodyPr lIns="626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7FE8F4E1-E9EC-4939-AE23-647A6FB041D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DF798382-165E-461B-8B86-28535E2D9F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3691E0C-BB60-4E26-824A-C288BC751E5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565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4DED40-DA39-4014-8DEE-94AA5379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4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A0A90FE7-4B89-4E13-9D98-27BA1B1E920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2045F045-C538-4895-BDB6-C8829DD425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4A82F2-37F7-4998-BC2F-836230F2AD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4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2" userDrawn="1">
          <p15:clr>
            <a:srgbClr val="009999"/>
          </p15:clr>
        </p15:guide>
        <p15:guide id="2" pos="5112" userDrawn="1">
          <p15:clr>
            <a:srgbClr val="009999"/>
          </p15:clr>
        </p15:guide>
        <p15:guide id="4" pos="2753" userDrawn="1">
          <p15:clr>
            <a:srgbClr val="009999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041062-6E58-45A3-B6A1-92507B39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4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Image 1">
            <a:extLst>
              <a:ext uri="{FF2B5EF4-FFF2-40B4-BE49-F238E27FC236}">
                <a16:creationId xmlns:a16="http://schemas.microsoft.com/office/drawing/2014/main" id="{D7FB36E4-9D48-40F9-8766-C9A9EB70724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064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Image 2">
            <a:extLst>
              <a:ext uri="{FF2B5EF4-FFF2-40B4-BE49-F238E27FC236}">
                <a16:creationId xmlns:a16="http://schemas.microsoft.com/office/drawing/2014/main" id="{DB7AA95A-85B0-4FB5-A5A1-EA4243663C9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70614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Image 3">
            <a:extLst>
              <a:ext uri="{FF2B5EF4-FFF2-40B4-BE49-F238E27FC236}">
                <a16:creationId xmlns:a16="http://schemas.microsoft.com/office/drawing/2014/main" id="{5530F297-3088-4E70-982A-604343177BD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4163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DE3108B-A216-4DA7-9338-AAF1A8EB57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C4B32CDA-0795-4097-91E9-EDAB88EEFA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B8DB116-37AD-4364-A2CB-827090D33A8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4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2" userDrawn="1">
          <p15:clr>
            <a:srgbClr val="009999"/>
          </p15:clr>
        </p15:guide>
        <p15:guide id="2" pos="5112" userDrawn="1">
          <p15:clr>
            <a:srgbClr val="009999"/>
          </p15:clr>
        </p15:guide>
        <p15:guide id="4" pos="2753" userDrawn="1">
          <p15:clr>
            <a:srgbClr val="009999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AC4C64-3556-4D13-9B77-531CC35C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42050" y="1414800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27063" y="3862388"/>
            <a:ext cx="5472112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py 4">
            <a:extLst>
              <a:ext uri="{FF2B5EF4-FFF2-40B4-BE49-F238E27FC236}">
                <a16:creationId xmlns:a16="http://schemas.microsoft.com/office/drawing/2014/main" id="{5ABA1728-CE60-4862-A32A-3E1550DB81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42050" y="3862388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A3742653-AE37-47FB-AE49-976C52333AC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A347A68C-4EF6-44A9-BE5F-AE478829AB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5B74C08-E41F-493C-8EBA-332C20964B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334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9754322-9D76-4652-BA00-A16E0E8B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8400" cy="14144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5468935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68800" y="1702800"/>
            <a:ext cx="4845363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10" name="Line 1">
            <a:extLst>
              <a:ext uri="{FF2B5EF4-FFF2-40B4-BE49-F238E27FC236}">
                <a16:creationId xmlns:a16="http://schemas.microsoft.com/office/drawing/2014/main" id="{C008F2F6-C7B9-474D-A835-70B414DBF246}"/>
              </a:ext>
            </a:extLst>
          </p:cNvPr>
          <p:cNvCxnSpPr>
            <a:cxnSpLocks/>
          </p:cNvCxnSpPr>
          <p:nvPr userDrawn="1"/>
        </p:nvCxnSpPr>
        <p:spPr>
          <a:xfrm>
            <a:off x="6242050" y="0"/>
            <a:ext cx="0" cy="685800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5000"/>
                  </a:schemeClr>
                </a:gs>
              </a:gsLst>
              <a:lin ang="16200000" scaled="0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">
            <a:extLst>
              <a:ext uri="{FF2B5EF4-FFF2-40B4-BE49-F238E27FC236}">
                <a16:creationId xmlns:a16="http://schemas.microsoft.com/office/drawing/2014/main" id="{653BB17B-DF78-41BF-B949-AD447D2EBDE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36592C8F-6ACB-4C3B-8C80-CD9DBF9199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EFF82A80-BB50-424E-8C86-F53C1198EF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91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26">
          <p15:clr>
            <a:srgbClr val="009999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F3C362A-A909-40CB-9FA2-3D717800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8400" cy="141446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4838400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24799" y="1702800"/>
            <a:ext cx="4989364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10" name="Line 1">
            <a:extLst>
              <a:ext uri="{FF2B5EF4-FFF2-40B4-BE49-F238E27FC236}">
                <a16:creationId xmlns:a16="http://schemas.microsoft.com/office/drawing/2014/main" id="{A945534F-26F4-40FC-A374-867BAF248298}"/>
              </a:ext>
            </a:extLst>
          </p:cNvPr>
          <p:cNvCxnSpPr>
            <a:cxnSpLocks/>
          </p:cNvCxnSpPr>
          <p:nvPr userDrawn="1"/>
        </p:nvCxnSpPr>
        <p:spPr>
          <a:xfrm>
            <a:off x="6098400" y="0"/>
            <a:ext cx="0" cy="685800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5000"/>
                  </a:schemeClr>
                </a:gs>
              </a:gsLst>
              <a:lin ang="16200000" scaled="0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">
            <a:extLst>
              <a:ext uri="{FF2B5EF4-FFF2-40B4-BE49-F238E27FC236}">
                <a16:creationId xmlns:a16="http://schemas.microsoft.com/office/drawing/2014/main" id="{69DE58CD-DCA3-4372-9499-BC2AF624E0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064354F4-44F9-4FE8-B80B-3808052C4E5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7407A022-5FF0-4A57-A4DC-D65A2617A4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09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4235">
          <p15:clr>
            <a:srgbClr val="009999"/>
          </p15:clr>
        </p15:guide>
        <p15:guide id="4" pos="3445">
          <p15:clr>
            <a:srgbClr val="009999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DA0C482-E794-471B-86E8-8B4BC6FE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25" y="1"/>
            <a:ext cx="7488238" cy="141446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3312000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52988" y="1702800"/>
            <a:ext cx="6861175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10" name="Line 1">
            <a:extLst>
              <a:ext uri="{FF2B5EF4-FFF2-40B4-BE49-F238E27FC236}">
                <a16:creationId xmlns:a16="http://schemas.microsoft.com/office/drawing/2014/main" id="{62319831-E8B2-4E7D-830F-1800765CACA7}"/>
              </a:ext>
            </a:extLst>
          </p:cNvPr>
          <p:cNvCxnSpPr>
            <a:cxnSpLocks/>
          </p:cNvCxnSpPr>
          <p:nvPr userDrawn="1"/>
        </p:nvCxnSpPr>
        <p:spPr>
          <a:xfrm>
            <a:off x="4226400" y="0"/>
            <a:ext cx="0" cy="685800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5000"/>
                  </a:schemeClr>
                </a:gs>
              </a:gsLst>
              <a:lin ang="16200000" scaled="0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">
            <a:extLst>
              <a:ext uri="{FF2B5EF4-FFF2-40B4-BE49-F238E27FC236}">
                <a16:creationId xmlns:a16="http://schemas.microsoft.com/office/drawing/2014/main" id="{0F282734-C06A-4363-B29D-65D58B4A65E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C4C5FDB2-CAED-45FA-B6FE-998F171B85C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Restricted © Siemens Energy, 2022 | Author, Department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74137C71-A93E-4F9A-9E08-B4D2EEF997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760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2482">
          <p15:clr>
            <a:srgbClr val="009999"/>
          </p15:clr>
        </p15:guide>
        <p15:guide id="3" pos="3057">
          <p15:clr>
            <a:srgbClr val="009999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06C2C1-E8E5-4190-B0E4-8D8FC817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25" y="1"/>
            <a:ext cx="7488238" cy="14144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3312000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52990" y="1702800"/>
            <a:ext cx="6861174" cy="4464050"/>
          </a:xfrm>
        </p:spPr>
        <p:txBody>
          <a:bodyPr lIns="0"/>
          <a:lstStyle>
            <a:lvl1pP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10" name="Line 1">
            <a:extLst>
              <a:ext uri="{FF2B5EF4-FFF2-40B4-BE49-F238E27FC236}">
                <a16:creationId xmlns:a16="http://schemas.microsoft.com/office/drawing/2014/main" id="{AECB370A-6892-4FEB-B009-0E06387B008F}"/>
              </a:ext>
            </a:extLst>
          </p:cNvPr>
          <p:cNvCxnSpPr>
            <a:cxnSpLocks/>
          </p:cNvCxnSpPr>
          <p:nvPr userDrawn="1"/>
        </p:nvCxnSpPr>
        <p:spPr>
          <a:xfrm>
            <a:off x="4226400" y="0"/>
            <a:ext cx="0" cy="685800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5000"/>
                  </a:schemeClr>
                </a:gs>
              </a:gsLst>
              <a:lin ang="16200000" scaled="0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F21D61BE-E8F1-4FD1-86A8-C3268A98118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YYYY-MM-DD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7D4F777-418F-44E1-8D5E-EDA9FD6F498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B81C37E-C43A-46E8-A071-6789FEE4006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86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481">
          <p15:clr>
            <a:srgbClr val="009999"/>
          </p15:clr>
        </p15:guide>
        <p15:guide id="3" pos="3058">
          <p15:clr>
            <a:srgbClr val="009999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110D7BC-E7EC-4502-9248-89CD9CF4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py 1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7060" y="1702800"/>
            <a:ext cx="3600000" cy="4464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py 2">
            <a:extLst>
              <a:ext uri="{FF2B5EF4-FFF2-40B4-BE49-F238E27FC236}">
                <a16:creationId xmlns:a16="http://schemas.microsoft.com/office/drawing/2014/main" id="{99496BBF-8C93-419A-9711-E1A45A39C74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2" y="1702800"/>
            <a:ext cx="3600000" cy="4464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Copy 3">
            <a:extLst>
              <a:ext uri="{FF2B5EF4-FFF2-40B4-BE49-F238E27FC236}">
                <a16:creationId xmlns:a16="http://schemas.microsoft.com/office/drawing/2014/main" id="{F4602EF6-A996-4008-A6E7-BC21522010A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702800"/>
            <a:ext cx="3600000" cy="4464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11" name="Line 1">
            <a:extLst>
              <a:ext uri="{FF2B5EF4-FFF2-40B4-BE49-F238E27FC236}">
                <a16:creationId xmlns:a16="http://schemas.microsoft.com/office/drawing/2014/main" id="{2A6E1C9E-FC21-4A3C-94E2-3CF0ABD4DC8A}"/>
              </a:ext>
            </a:extLst>
          </p:cNvPr>
          <p:cNvCxnSpPr>
            <a:cxnSpLocks/>
          </p:cNvCxnSpPr>
          <p:nvPr userDrawn="1"/>
        </p:nvCxnSpPr>
        <p:spPr>
          <a:xfrm>
            <a:off x="-1" y="1414800"/>
            <a:ext cx="12178800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500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39B648A0-2A0F-4E52-8DBE-439A71B60E1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9AE5312-F0DD-4FCE-B083-EE30A7DD42B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B9410E7-6BBD-4FA4-BFF2-00F97C78C4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892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022">
          <p15:clr>
            <a:srgbClr val="009999"/>
          </p15:clr>
        </p15:guide>
        <p15:guide id="2" pos="5112">
          <p15:clr>
            <a:srgbClr val="009999"/>
          </p15:clr>
        </p15:guide>
        <p15:guide id="4" pos="2753">
          <p15:clr>
            <a:srgbClr val="009999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A8A3D2-4732-49AB-8FCF-B07043C38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3" y="1414800"/>
            <a:ext cx="8207375" cy="4752974"/>
          </a:xfrm>
        </p:spPr>
        <p:txBody>
          <a:bodyPr lIns="0"/>
          <a:lstStyle>
            <a:lvl1pPr>
              <a:spcBef>
                <a:spcPts val="600"/>
              </a:spcBef>
              <a:defRPr baseline="0"/>
            </a:lvl1pPr>
            <a:lvl2pPr marL="0" indent="0">
              <a:spcBef>
                <a:spcPts val="600"/>
              </a:spcBef>
              <a:buNone/>
              <a:defRPr b="1"/>
            </a:lvl2pPr>
            <a:lvl3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1800"/>
              </a:spcBef>
              <a:buNone/>
              <a:defRPr b="1">
                <a:solidFill>
                  <a:schemeClr val="accent2"/>
                </a:solidFill>
              </a:defRPr>
            </a:lvl4pPr>
            <a:lvl5pPr marL="216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Contact information</a:t>
            </a:r>
          </a:p>
          <a:p>
            <a:pPr lvl="1"/>
            <a:r>
              <a:rPr lang="en-US" noProof="0" dirty="0"/>
              <a:t>First name Last name</a:t>
            </a:r>
          </a:p>
          <a:p>
            <a:pPr lvl="2"/>
            <a:r>
              <a:rPr lang="en-US" noProof="0" dirty="0"/>
              <a:t>Additional information</a:t>
            </a:r>
          </a:p>
          <a:p>
            <a:pPr lvl="3"/>
            <a:r>
              <a:rPr lang="en-US" noProof="0" dirty="0"/>
              <a:t>Optional URL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33D85C8-CF20-4055-AD3E-8D3224AA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FC7EFC1-F0D1-455A-A591-F44D66A9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B527726-0AFE-4617-8E41-6490A9E4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License statement">
            <a:extLst>
              <a:ext uri="{FF2B5EF4-FFF2-40B4-BE49-F238E27FC236}">
                <a16:creationId xmlns:a16="http://schemas.microsoft.com/office/drawing/2014/main" id="{7A9560F1-3DB3-46C0-AE0C-BFB3B1558722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trademark licensed by Siemens AG.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8D4FB85B-6B00-4CB9-9A3F-0DA4223A52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695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289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F6C5D22-2D05-436C-B3FF-684C0326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  <a:prstGeom prst="rect">
            <a:avLst/>
          </a:prstGeom>
        </p:spPr>
        <p:txBody>
          <a:bodyPr vert="horz" lIns="626400" tIns="37800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3E46A9A-BF3F-41A6-ABFA-1F80C067E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063" y="1414800"/>
            <a:ext cx="8207375" cy="4752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D74C7C42-A3A4-4EF5-8F4C-CED56F9A8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26800"/>
            <a:ext cx="1692000" cy="331200"/>
          </a:xfrm>
          <a:prstGeom prst="rect">
            <a:avLst/>
          </a:prstGeom>
        </p:spPr>
        <p:txBody>
          <a:bodyPr vert="horz" lIns="626400" tIns="0" rIns="0" bIns="0" rtlCol="0" anchor="t" anchorCtr="0"/>
          <a:lstStyle>
            <a:lvl1pPr algn="l">
              <a:defRPr lang="en-US" sz="10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</a:t>
            </a:r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BA3395-C3C4-4AD9-BBE4-84EAEC106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41200" y="6526800"/>
            <a:ext cx="5950800" cy="331200"/>
          </a:xfrm>
          <a:prstGeom prst="rect">
            <a:avLst/>
          </a:prstGeom>
        </p:spPr>
        <p:txBody>
          <a:bodyPr vert="horz" lIns="0" tIns="0" rIns="835200" bIns="0" rtlCol="0" anchor="t" anchorCtr="0"/>
          <a:lstStyle>
            <a:lvl1pPr algn="r">
              <a:defRPr lang="en-US" sz="10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Restricted © Siemens Energy, 2022 | Author, Department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30CDD11-BF0E-4D45-9874-3249EA232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4000" y="6526800"/>
            <a:ext cx="828000" cy="331200"/>
          </a:xfrm>
          <a:prstGeom prst="rect">
            <a:avLst/>
          </a:prstGeom>
        </p:spPr>
        <p:txBody>
          <a:bodyPr vert="horz" lIns="0" tIns="0" rIns="482400" bIns="0" rtlCol="0" anchor="t" anchorCtr="0"/>
          <a:lstStyle>
            <a:lvl1pPr algn="r">
              <a:defRPr lang="en-US" sz="1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E2DECEC-3A9C-44E2-953F-A330CB984FA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97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62" r:id="rId2"/>
    <p:sldLayoutId id="2147483664" r:id="rId3"/>
    <p:sldLayoutId id="2147483683" r:id="rId4"/>
    <p:sldLayoutId id="2147483665" r:id="rId5"/>
    <p:sldLayoutId id="2147483666" r:id="rId6"/>
    <p:sldLayoutId id="2147483667" r:id="rId7"/>
    <p:sldLayoutId id="2147483668" r:id="rId8"/>
    <p:sldLayoutId id="2147483650" r:id="rId9"/>
    <p:sldLayoutId id="2147483671" r:id="rId10"/>
    <p:sldLayoutId id="2147483700" r:id="rId11"/>
    <p:sldLayoutId id="2147483672" r:id="rId12"/>
    <p:sldLayoutId id="2147483673" r:id="rId13"/>
    <p:sldLayoutId id="2147483675" r:id="rId14"/>
    <p:sldLayoutId id="2147483676" r:id="rId15"/>
    <p:sldLayoutId id="2147483677" r:id="rId16"/>
    <p:sldLayoutId id="2147483678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679" r:id="rId23"/>
    <p:sldLayoutId id="2147483709" r:id="rId2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5" userDrawn="1">
          <p15:clr>
            <a:srgbClr val="009999"/>
          </p15:clr>
        </p15:guide>
        <p15:guide id="2" pos="2662">
          <p15:clr>
            <a:srgbClr val="009999"/>
          </p15:clr>
        </p15:guide>
        <p15:guide id="3" pos="3842">
          <p15:clr>
            <a:srgbClr val="009999"/>
          </p15:clr>
        </p15:guide>
        <p15:guide id="4" pos="3932">
          <p15:clr>
            <a:srgbClr val="009999"/>
          </p15:clr>
        </p15:guide>
        <p15:guide id="5" pos="5565">
          <p15:clr>
            <a:srgbClr val="009999"/>
          </p15:clr>
        </p15:guide>
        <p15:guide id="6" pos="6087">
          <p15:clr>
            <a:srgbClr val="009999"/>
          </p15:clr>
        </p15:guide>
        <p15:guide id="7" pos="7379">
          <p15:clr>
            <a:srgbClr val="009999"/>
          </p15:clr>
        </p15:guide>
        <p15:guide id="9" orient="horz" pos="891">
          <p15:clr>
            <a:srgbClr val="009999"/>
          </p15:clr>
        </p15:guide>
        <p15:guide id="10" orient="horz" pos="1073">
          <p15:clr>
            <a:srgbClr val="009999"/>
          </p15:clr>
        </p15:guide>
        <p15:guide id="11" orient="horz" pos="2343">
          <p15:clr>
            <a:srgbClr val="009999"/>
          </p15:clr>
        </p15:guide>
        <p15:guide id="12" orient="horz" pos="2433">
          <p15:clr>
            <a:srgbClr val="009999"/>
          </p15:clr>
        </p15:guide>
        <p15:guide id="13" orient="horz" pos="3703">
          <p15:clr>
            <a:srgbClr val="009999"/>
          </p15:clr>
        </p15:guide>
        <p15:guide id="14" orient="horz" pos="3885">
          <p15:clr>
            <a:srgbClr val="009999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0BE50-B693-E766-F91A-A7FB04CD6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063" y="1414800"/>
            <a:ext cx="10211266" cy="3114000"/>
          </a:xfrm>
        </p:spPr>
        <p:txBody>
          <a:bodyPr/>
          <a:lstStyle/>
          <a:p>
            <a:r>
              <a:rPr lang="en-US" dirty="0"/>
              <a:t>Development of the CFIHOS ontology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186C999-CB86-57A1-1CDD-380ED1AF4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064" y="4528799"/>
            <a:ext cx="8207374" cy="1489751"/>
          </a:xfrm>
        </p:spPr>
        <p:txBody>
          <a:bodyPr/>
          <a:lstStyle/>
          <a:p>
            <a:r>
              <a:rPr lang="en-US" noProof="0" dirty="0"/>
              <a:t>Francisco Abad Navarro</a:t>
            </a:r>
          </a:p>
          <a:p>
            <a:r>
              <a:rPr lang="en-US" noProof="0" dirty="0"/>
              <a:t>Jesualdo Tomás Fernández Breis</a:t>
            </a:r>
          </a:p>
          <a:p>
            <a:r>
              <a:rPr lang="en-US" noProof="0" dirty="0"/>
              <a:t>Alexander Garcia</a:t>
            </a:r>
          </a:p>
          <a:p>
            <a:r>
              <a:rPr lang="en-US" dirty="0"/>
              <a:t>Andreas Neumann</a:t>
            </a:r>
            <a:endParaRPr lang="en-US" noProof="0" dirty="0"/>
          </a:p>
          <a:p>
            <a:endParaRPr lang="en-US" noProof="0" dirty="0"/>
          </a:p>
          <a:p>
            <a:endParaRPr lang="en-US" dirty="0"/>
          </a:p>
        </p:txBody>
      </p:sp>
      <p:pic>
        <p:nvPicPr>
          <p:cNvPr id="1026" name="Picture 2" descr="Nueva Identidad Visual UMU ...">
            <a:extLst>
              <a:ext uri="{FF2B5EF4-FFF2-40B4-BE49-F238E27FC236}">
                <a16:creationId xmlns:a16="http://schemas.microsoft.com/office/drawing/2014/main" id="{1F9BF8DF-77E4-E1FB-5779-2955619C3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0" y="228600"/>
            <a:ext cx="2759319" cy="955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03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C7BB-3D0C-7EA9-2119-D87E65DC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The Ecosystem of Industry Standards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9AFDD94C-939E-8319-4E17-E8BA51183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9370074"/>
              </p:ext>
            </p:extLst>
          </p:nvPr>
        </p:nvGraphicFramePr>
        <p:xfrm>
          <a:off x="0" y="1356967"/>
          <a:ext cx="12192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765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5342F-89D3-E8A6-4591-92244BCA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D9E8-16B3-81AE-3550-CDBF5C75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The Ecosystem of </a:t>
            </a:r>
            <a:r>
              <a:rPr lang="en-US" sz="3200" dirty="0"/>
              <a:t>Industry </a:t>
            </a:r>
            <a:r>
              <a:rPr lang="en-US" sz="3200" b="1" dirty="0"/>
              <a:t>Standards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5520073D-47B7-EC26-C571-EE246222B5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5696286"/>
              </p:ext>
            </p:extLst>
          </p:nvPr>
        </p:nvGraphicFramePr>
        <p:xfrm>
          <a:off x="0" y="1356967"/>
          <a:ext cx="12192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2631C1D-CF23-36F0-8915-32A9CD982DE2}"/>
              </a:ext>
            </a:extLst>
          </p:cNvPr>
          <p:cNvSpPr/>
          <p:nvPr/>
        </p:nvSpPr>
        <p:spPr>
          <a:xfrm>
            <a:off x="3974591" y="1938528"/>
            <a:ext cx="4201301" cy="2718816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08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DDA2-A6A5-E225-4A46-88365BE0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3C39B6A-6711-6638-9B4D-BE925EAD4404}"/>
              </a:ext>
            </a:extLst>
          </p:cNvPr>
          <p:cNvSpPr txBox="1"/>
          <p:nvPr/>
        </p:nvSpPr>
        <p:spPr>
          <a:xfrm>
            <a:off x="3935186" y="42454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dirty="0" err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59A55A8-3F4B-D698-FED7-AF705410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1560628" cy="1414800"/>
          </a:xfrm>
        </p:spPr>
        <p:txBody>
          <a:bodyPr/>
          <a:lstStyle/>
          <a:p>
            <a:r>
              <a:rPr lang="en-US" sz="4000" dirty="0"/>
              <a:t>A Siemens Energy Centrifugal Pump</a:t>
            </a:r>
          </a:p>
        </p:txBody>
      </p:sp>
      <p:pic>
        <p:nvPicPr>
          <p:cNvPr id="1026" name="Picture 2" descr="Centrifugal Pumps Siemens Motor for RO Water Purifier Bkz ...">
            <a:extLst>
              <a:ext uri="{FF2B5EF4-FFF2-40B4-BE49-F238E27FC236}">
                <a16:creationId xmlns:a16="http://schemas.microsoft.com/office/drawing/2014/main" id="{CE967C9B-FB35-25B6-9376-9CAABA503E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61" b="9414"/>
          <a:stretch>
            <a:fillRect/>
          </a:stretch>
        </p:blipFill>
        <p:spPr bwMode="auto">
          <a:xfrm>
            <a:off x="4927905" y="1067702"/>
            <a:ext cx="3503527" cy="233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16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01E13-23D3-282F-62FC-948BBC137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2F760F-B5BE-C12A-241C-459A315D9CC6}"/>
              </a:ext>
            </a:extLst>
          </p:cNvPr>
          <p:cNvSpPr txBox="1"/>
          <p:nvPr/>
        </p:nvSpPr>
        <p:spPr>
          <a:xfrm>
            <a:off x="3935186" y="42454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dirty="0" err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9937A6C-0AEC-61D4-FC7C-34D1328E3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1560628" cy="1414800"/>
          </a:xfrm>
        </p:spPr>
        <p:txBody>
          <a:bodyPr/>
          <a:lstStyle/>
          <a:p>
            <a:r>
              <a:rPr lang="en-US" sz="4000" dirty="0"/>
              <a:t>A Siemens Energy Centrifugal Pump</a:t>
            </a:r>
          </a:p>
        </p:txBody>
      </p:sp>
      <p:pic>
        <p:nvPicPr>
          <p:cNvPr id="1026" name="Picture 2" descr="Centrifugal Pumps Siemens Motor for RO Water Purifier Bkz ...">
            <a:extLst>
              <a:ext uri="{FF2B5EF4-FFF2-40B4-BE49-F238E27FC236}">
                <a16:creationId xmlns:a16="http://schemas.microsoft.com/office/drawing/2014/main" id="{299D942D-C213-E91B-613D-EBA22C9BD1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61" b="9414"/>
          <a:stretch>
            <a:fillRect/>
          </a:stretch>
        </p:blipFill>
        <p:spPr bwMode="auto">
          <a:xfrm>
            <a:off x="4927905" y="1067702"/>
            <a:ext cx="3503527" cy="233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n de salida">
            <a:extLst>
              <a:ext uri="{FF2B5EF4-FFF2-40B4-BE49-F238E27FC236}">
                <a16:creationId xmlns:a16="http://schemas.microsoft.com/office/drawing/2014/main" id="{B22B0B26-BCCA-BB24-37A8-28048F25C0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93" b="8605"/>
          <a:stretch>
            <a:fillRect/>
          </a:stretch>
        </p:blipFill>
        <p:spPr bwMode="auto">
          <a:xfrm>
            <a:off x="3632143" y="3329071"/>
            <a:ext cx="6279423" cy="355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953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F424-1EBB-2DA7-157B-239F7A6E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A1D7BB-F622-3862-902D-EDC12C6B3EF7}"/>
              </a:ext>
            </a:extLst>
          </p:cNvPr>
          <p:cNvSpPr txBox="1"/>
          <p:nvPr/>
        </p:nvSpPr>
        <p:spPr>
          <a:xfrm>
            <a:off x="3935186" y="42454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dirty="0" err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54F348B-4866-BF9C-D4AA-96F421E7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1560628" cy="1414800"/>
          </a:xfrm>
        </p:spPr>
        <p:txBody>
          <a:bodyPr/>
          <a:lstStyle/>
          <a:p>
            <a:r>
              <a:rPr lang="en-US" sz="4000" dirty="0"/>
              <a:t>A Siemens Energy Centrifugal Pump</a:t>
            </a:r>
          </a:p>
        </p:txBody>
      </p:sp>
      <p:pic>
        <p:nvPicPr>
          <p:cNvPr id="1026" name="Picture 2" descr="Centrifugal Pumps Siemens Motor for RO Water Purifier Bkz ...">
            <a:extLst>
              <a:ext uri="{FF2B5EF4-FFF2-40B4-BE49-F238E27FC236}">
                <a16:creationId xmlns:a16="http://schemas.microsoft.com/office/drawing/2014/main" id="{5AD14D02-6F8B-7618-3212-F8BA2634D5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61" b="9414"/>
          <a:stretch>
            <a:fillRect/>
          </a:stretch>
        </p:blipFill>
        <p:spPr bwMode="auto">
          <a:xfrm>
            <a:off x="4927905" y="1067702"/>
            <a:ext cx="3503527" cy="233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C5D9994-25B2-859A-2844-DDDFECF8589A}"/>
              </a:ext>
            </a:extLst>
          </p:cNvPr>
          <p:cNvSpPr txBox="1"/>
          <p:nvPr/>
        </p:nvSpPr>
        <p:spPr>
          <a:xfrm>
            <a:off x="103854" y="994855"/>
            <a:ext cx="425980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800" dirty="0"/>
              <a:t>Different SE departments and customers use different standards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800" dirty="0"/>
              <a:t>Need for a shared understanding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800" dirty="0"/>
              <a:t>Need for harmonization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800" b="1" dirty="0"/>
          </a:p>
          <a:p>
            <a:endParaRPr lang="en-US" sz="2800" b="1" dirty="0"/>
          </a:p>
        </p:txBody>
      </p:sp>
      <p:pic>
        <p:nvPicPr>
          <p:cNvPr id="6" name="Picture 2" descr="Imagen de salida">
            <a:extLst>
              <a:ext uri="{FF2B5EF4-FFF2-40B4-BE49-F238E27FC236}">
                <a16:creationId xmlns:a16="http://schemas.microsoft.com/office/drawing/2014/main" id="{28A8263C-348E-6F39-767E-6A3024380A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93" b="8605"/>
          <a:stretch>
            <a:fillRect/>
          </a:stretch>
        </p:blipFill>
        <p:spPr bwMode="auto">
          <a:xfrm>
            <a:off x="3632143" y="3329071"/>
            <a:ext cx="6279423" cy="355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717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CF93DC6-9701-0713-BDC3-690A78176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831068"/>
              </p:ext>
            </p:extLst>
          </p:nvPr>
        </p:nvGraphicFramePr>
        <p:xfrm>
          <a:off x="731520" y="2316480"/>
          <a:ext cx="10728960" cy="22250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788160">
                  <a:extLst>
                    <a:ext uri="{9D8B030D-6E8A-4147-A177-3AD203B41FA5}">
                      <a16:colId xmlns:a16="http://schemas.microsoft.com/office/drawing/2014/main" val="3155589442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1487463173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1571484656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940037220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333583298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155459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67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CFIHOS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8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84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ECLASS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735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2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Often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40706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0BCF4F00-7CD7-A18C-3624-5B0E4B3A2F29}"/>
              </a:ext>
            </a:extLst>
          </p:cNvPr>
          <p:cNvSpPr txBox="1"/>
          <p:nvPr/>
        </p:nvSpPr>
        <p:spPr>
          <a:xfrm>
            <a:off x="3935186" y="42454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dirty="0" err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DA1D7E9-E60C-59DF-52AD-0ACB8AEF9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1560628" cy="1414800"/>
          </a:xfrm>
        </p:spPr>
        <p:txBody>
          <a:bodyPr/>
          <a:lstStyle/>
          <a:p>
            <a:r>
              <a:rPr lang="en-US" sz="4000" dirty="0"/>
              <a:t>Common aspects of the standards</a:t>
            </a:r>
          </a:p>
        </p:txBody>
      </p:sp>
      <p:pic>
        <p:nvPicPr>
          <p:cNvPr id="8" name="Gráfico 7" descr="Marca de insignia1 contorno">
            <a:extLst>
              <a:ext uri="{FF2B5EF4-FFF2-40B4-BE49-F238E27FC236}">
                <a16:creationId xmlns:a16="http://schemas.microsoft.com/office/drawing/2014/main" id="{27A7EAFE-E616-2B18-1D13-DBF6E7848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2646680"/>
            <a:ext cx="370840" cy="370840"/>
          </a:xfrm>
          <a:prstGeom prst="rect">
            <a:avLst/>
          </a:prstGeom>
        </p:spPr>
      </p:pic>
      <p:pic>
        <p:nvPicPr>
          <p:cNvPr id="9" name="Gráfico 8" descr="Marca de insignia1 contorno">
            <a:extLst>
              <a:ext uri="{FF2B5EF4-FFF2-40B4-BE49-F238E27FC236}">
                <a16:creationId xmlns:a16="http://schemas.microsoft.com/office/drawing/2014/main" id="{F15AFA65-6ACF-655A-AC28-4DDF95F5C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3058160"/>
            <a:ext cx="370840" cy="370840"/>
          </a:xfrm>
          <a:prstGeom prst="rect">
            <a:avLst/>
          </a:prstGeom>
        </p:spPr>
      </p:pic>
      <p:pic>
        <p:nvPicPr>
          <p:cNvPr id="10" name="Gráfico 9" descr="Marca de insignia1 contorno">
            <a:extLst>
              <a:ext uri="{FF2B5EF4-FFF2-40B4-BE49-F238E27FC236}">
                <a16:creationId xmlns:a16="http://schemas.microsoft.com/office/drawing/2014/main" id="{A9C67510-869A-0C1F-B1AF-180A55FD9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3429000"/>
            <a:ext cx="370840" cy="370840"/>
          </a:xfrm>
          <a:prstGeom prst="rect">
            <a:avLst/>
          </a:prstGeom>
        </p:spPr>
      </p:pic>
      <p:pic>
        <p:nvPicPr>
          <p:cNvPr id="11" name="Gráfico 10" descr="Marca de insignia1 contorno">
            <a:extLst>
              <a:ext uri="{FF2B5EF4-FFF2-40B4-BE49-F238E27FC236}">
                <a16:creationId xmlns:a16="http://schemas.microsoft.com/office/drawing/2014/main" id="{B8A13208-2136-29CF-3F7D-D218F05A6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3799840"/>
            <a:ext cx="370840" cy="370840"/>
          </a:xfrm>
          <a:prstGeom prst="rect">
            <a:avLst/>
          </a:prstGeom>
        </p:spPr>
      </p:pic>
      <p:pic>
        <p:nvPicPr>
          <p:cNvPr id="12" name="Gráfico 11" descr="Marca de insignia1 contorno">
            <a:extLst>
              <a:ext uri="{FF2B5EF4-FFF2-40B4-BE49-F238E27FC236}">
                <a16:creationId xmlns:a16="http://schemas.microsoft.com/office/drawing/2014/main" id="{D68E5660-8165-F109-805E-570DE1D87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4170680"/>
            <a:ext cx="370840" cy="370840"/>
          </a:xfrm>
          <a:prstGeom prst="rect">
            <a:avLst/>
          </a:prstGeom>
        </p:spPr>
      </p:pic>
      <p:pic>
        <p:nvPicPr>
          <p:cNvPr id="13" name="Gráfico 12" descr="Marca de insignia1 contorno">
            <a:extLst>
              <a:ext uri="{FF2B5EF4-FFF2-40B4-BE49-F238E27FC236}">
                <a16:creationId xmlns:a16="http://schemas.microsoft.com/office/drawing/2014/main" id="{8995A942-2BEE-2796-01F7-8CF769239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280" y="2646680"/>
            <a:ext cx="370840" cy="370840"/>
          </a:xfrm>
          <a:prstGeom prst="rect">
            <a:avLst/>
          </a:prstGeom>
        </p:spPr>
      </p:pic>
      <p:pic>
        <p:nvPicPr>
          <p:cNvPr id="15" name="Gráfico 14" descr="Marca de insignia1 contorno">
            <a:extLst>
              <a:ext uri="{FF2B5EF4-FFF2-40B4-BE49-F238E27FC236}">
                <a16:creationId xmlns:a16="http://schemas.microsoft.com/office/drawing/2014/main" id="{7E3C0276-005F-48A8-A5FE-96A9DA549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280" y="3017520"/>
            <a:ext cx="370840" cy="370840"/>
          </a:xfrm>
          <a:prstGeom prst="rect">
            <a:avLst/>
          </a:prstGeom>
        </p:spPr>
      </p:pic>
      <p:pic>
        <p:nvPicPr>
          <p:cNvPr id="16" name="Gráfico 15" descr="Marca de insignia1 contorno">
            <a:extLst>
              <a:ext uri="{FF2B5EF4-FFF2-40B4-BE49-F238E27FC236}">
                <a16:creationId xmlns:a16="http://schemas.microsoft.com/office/drawing/2014/main" id="{CA831BAF-005D-E965-DDB2-105BCAABD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280" y="3411220"/>
            <a:ext cx="370840" cy="370840"/>
          </a:xfrm>
          <a:prstGeom prst="rect">
            <a:avLst/>
          </a:prstGeom>
        </p:spPr>
      </p:pic>
      <p:pic>
        <p:nvPicPr>
          <p:cNvPr id="17" name="Gráfico 16" descr="Marca de insignia1 contorno">
            <a:extLst>
              <a:ext uri="{FF2B5EF4-FFF2-40B4-BE49-F238E27FC236}">
                <a16:creationId xmlns:a16="http://schemas.microsoft.com/office/drawing/2014/main" id="{CB76D3BD-41F9-199A-A400-605367136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280" y="3782060"/>
            <a:ext cx="370840" cy="370840"/>
          </a:xfrm>
          <a:prstGeom prst="rect">
            <a:avLst/>
          </a:prstGeom>
        </p:spPr>
      </p:pic>
      <p:pic>
        <p:nvPicPr>
          <p:cNvPr id="18" name="Gráfico 17" descr="Marca de insignia1 contorno">
            <a:extLst>
              <a:ext uri="{FF2B5EF4-FFF2-40B4-BE49-F238E27FC236}">
                <a16:creationId xmlns:a16="http://schemas.microsoft.com/office/drawing/2014/main" id="{0D011CEC-014A-1531-149F-E28BB9AA8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1360" y="3040380"/>
            <a:ext cx="370840" cy="370840"/>
          </a:xfrm>
          <a:prstGeom prst="rect">
            <a:avLst/>
          </a:prstGeom>
        </p:spPr>
      </p:pic>
      <p:pic>
        <p:nvPicPr>
          <p:cNvPr id="19" name="Gráfico 18" descr="Marca de insignia1 contorno">
            <a:extLst>
              <a:ext uri="{FF2B5EF4-FFF2-40B4-BE49-F238E27FC236}">
                <a16:creationId xmlns:a16="http://schemas.microsoft.com/office/drawing/2014/main" id="{A9194044-DADC-D670-65DB-1897541A8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1360" y="3782060"/>
            <a:ext cx="370840" cy="370840"/>
          </a:xfrm>
          <a:prstGeom prst="rect">
            <a:avLst/>
          </a:prstGeom>
        </p:spPr>
      </p:pic>
      <p:pic>
        <p:nvPicPr>
          <p:cNvPr id="20" name="Gráfico 19" descr="Marca de insignia1 contorno">
            <a:extLst>
              <a:ext uri="{FF2B5EF4-FFF2-40B4-BE49-F238E27FC236}">
                <a16:creationId xmlns:a16="http://schemas.microsoft.com/office/drawing/2014/main" id="{CE716ADF-0133-60E4-C507-B67FDA9D3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720" y="2669540"/>
            <a:ext cx="370840" cy="370840"/>
          </a:xfrm>
          <a:prstGeom prst="rect">
            <a:avLst/>
          </a:prstGeom>
        </p:spPr>
      </p:pic>
      <p:pic>
        <p:nvPicPr>
          <p:cNvPr id="21" name="Gráfico 20" descr="Marca de insignia1 contorno">
            <a:extLst>
              <a:ext uri="{FF2B5EF4-FFF2-40B4-BE49-F238E27FC236}">
                <a16:creationId xmlns:a16="http://schemas.microsoft.com/office/drawing/2014/main" id="{E20BE927-A348-21A2-E752-DA09F80A5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720" y="3411220"/>
            <a:ext cx="370840" cy="370840"/>
          </a:xfrm>
          <a:prstGeom prst="rect">
            <a:avLst/>
          </a:prstGeom>
        </p:spPr>
      </p:pic>
      <p:pic>
        <p:nvPicPr>
          <p:cNvPr id="22" name="Gráfico 21" descr="Marca de insignia1 contorno">
            <a:extLst>
              <a:ext uri="{FF2B5EF4-FFF2-40B4-BE49-F238E27FC236}">
                <a16:creationId xmlns:a16="http://schemas.microsoft.com/office/drawing/2014/main" id="{A2997E8F-CF0A-4B88-B530-0B8D8C957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720" y="3782060"/>
            <a:ext cx="370840" cy="370840"/>
          </a:xfrm>
          <a:prstGeom prst="rect">
            <a:avLst/>
          </a:prstGeom>
        </p:spPr>
      </p:pic>
      <p:pic>
        <p:nvPicPr>
          <p:cNvPr id="23" name="Gráfico 22" descr="Marca de insignia1 contorno">
            <a:extLst>
              <a:ext uri="{FF2B5EF4-FFF2-40B4-BE49-F238E27FC236}">
                <a16:creationId xmlns:a16="http://schemas.microsoft.com/office/drawing/2014/main" id="{390CE2CF-F730-4544-909E-DE8E33659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720" y="4184650"/>
            <a:ext cx="370840" cy="370840"/>
          </a:xfrm>
          <a:prstGeom prst="rect">
            <a:avLst/>
          </a:prstGeom>
        </p:spPr>
      </p:pic>
      <p:pic>
        <p:nvPicPr>
          <p:cNvPr id="25" name="Gráfico 24" descr="Insignia de cruz contorno">
            <a:extLst>
              <a:ext uri="{FF2B5EF4-FFF2-40B4-BE49-F238E27FC236}">
                <a16:creationId xmlns:a16="http://schemas.microsoft.com/office/drawing/2014/main" id="{2CE02D86-121A-5D01-4ADE-600F571A20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5640" y="2640330"/>
            <a:ext cx="416560" cy="416560"/>
          </a:xfrm>
          <a:prstGeom prst="rect">
            <a:avLst/>
          </a:prstGeom>
        </p:spPr>
      </p:pic>
      <p:pic>
        <p:nvPicPr>
          <p:cNvPr id="26" name="Gráfico 25" descr="Insignia de cruz contorno">
            <a:extLst>
              <a:ext uri="{FF2B5EF4-FFF2-40B4-BE49-F238E27FC236}">
                <a16:creationId xmlns:a16="http://schemas.microsoft.com/office/drawing/2014/main" id="{DB263AC6-86D1-1DE3-B69C-29A8784FA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5640" y="3403600"/>
            <a:ext cx="416560" cy="416560"/>
          </a:xfrm>
          <a:prstGeom prst="rect">
            <a:avLst/>
          </a:prstGeom>
        </p:spPr>
      </p:pic>
      <p:pic>
        <p:nvPicPr>
          <p:cNvPr id="27" name="Gráfico 26" descr="Insignia de cruz contorno">
            <a:extLst>
              <a:ext uri="{FF2B5EF4-FFF2-40B4-BE49-F238E27FC236}">
                <a16:creationId xmlns:a16="http://schemas.microsoft.com/office/drawing/2014/main" id="{D3917A28-8369-242C-5704-4BB8AAB4DC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5640" y="4152900"/>
            <a:ext cx="416560" cy="416560"/>
          </a:xfrm>
          <a:prstGeom prst="rect">
            <a:avLst/>
          </a:prstGeom>
        </p:spPr>
      </p:pic>
      <p:pic>
        <p:nvPicPr>
          <p:cNvPr id="28" name="Gráfico 27" descr="Insignia de cruz contorno">
            <a:extLst>
              <a:ext uri="{FF2B5EF4-FFF2-40B4-BE49-F238E27FC236}">
                <a16:creationId xmlns:a16="http://schemas.microsoft.com/office/drawing/2014/main" id="{B17B4F22-3248-A66A-61F1-03DB29DD95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0" y="2994660"/>
            <a:ext cx="416560" cy="41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5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6C56-24FB-F9F7-C999-489645022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4">
            <a:extLst>
              <a:ext uri="{FF2B5EF4-FFF2-40B4-BE49-F238E27FC236}">
                <a16:creationId xmlns:a16="http://schemas.microsoft.com/office/drawing/2014/main" id="{F7329509-9865-10E2-479F-6C39130DEA0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414800"/>
          </a:xfrm>
          <a:prstGeom prst="rect">
            <a:avLst/>
          </a:prstGeom>
        </p:spPr>
        <p:txBody>
          <a:bodyPr vert="horz" lIns="626400" tIns="37800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/>
              <a:t>Towards a harmonized representation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27EABF-E047-EC0B-D004-BC341F20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0" y="910708"/>
            <a:ext cx="9450754" cy="585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3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357EC-EACB-B56E-BA15-DEB2D8BB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EE607D3-84BD-9CD9-3E1A-93D7116572EA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2316480"/>
          <a:ext cx="10728960" cy="22250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788160">
                  <a:extLst>
                    <a:ext uri="{9D8B030D-6E8A-4147-A177-3AD203B41FA5}">
                      <a16:colId xmlns:a16="http://schemas.microsoft.com/office/drawing/2014/main" val="3155589442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1487463173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1571484656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940037220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333583298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155459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67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CFIHOS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8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84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ECLASS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735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2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Often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40706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AA289C0A-6C88-0568-23FE-C48789580C5E}"/>
              </a:ext>
            </a:extLst>
          </p:cNvPr>
          <p:cNvSpPr txBox="1"/>
          <p:nvPr/>
        </p:nvSpPr>
        <p:spPr>
          <a:xfrm>
            <a:off x="3935186" y="42454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dirty="0" err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E841420-3BF4-A609-D99A-2CDF4B4C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1560628" cy="1414800"/>
          </a:xfrm>
        </p:spPr>
        <p:txBody>
          <a:bodyPr/>
          <a:lstStyle/>
          <a:p>
            <a:r>
              <a:rPr lang="en-US" sz="4000" dirty="0"/>
              <a:t>Common aspects of the standards</a:t>
            </a:r>
          </a:p>
        </p:txBody>
      </p:sp>
      <p:pic>
        <p:nvPicPr>
          <p:cNvPr id="8" name="Gráfico 7" descr="Marca de insignia1 contorno">
            <a:extLst>
              <a:ext uri="{FF2B5EF4-FFF2-40B4-BE49-F238E27FC236}">
                <a16:creationId xmlns:a16="http://schemas.microsoft.com/office/drawing/2014/main" id="{F96C267F-4B1D-7E85-5E62-AA1338D5F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2646680"/>
            <a:ext cx="370840" cy="370840"/>
          </a:xfrm>
          <a:prstGeom prst="rect">
            <a:avLst/>
          </a:prstGeom>
        </p:spPr>
      </p:pic>
      <p:pic>
        <p:nvPicPr>
          <p:cNvPr id="9" name="Gráfico 8" descr="Marca de insignia1 contorno">
            <a:extLst>
              <a:ext uri="{FF2B5EF4-FFF2-40B4-BE49-F238E27FC236}">
                <a16:creationId xmlns:a16="http://schemas.microsoft.com/office/drawing/2014/main" id="{6D5A89C2-64B5-81D0-C68C-7F34ACD2C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3058160"/>
            <a:ext cx="370840" cy="370840"/>
          </a:xfrm>
          <a:prstGeom prst="rect">
            <a:avLst/>
          </a:prstGeom>
        </p:spPr>
      </p:pic>
      <p:pic>
        <p:nvPicPr>
          <p:cNvPr id="10" name="Gráfico 9" descr="Marca de insignia1 contorno">
            <a:extLst>
              <a:ext uri="{FF2B5EF4-FFF2-40B4-BE49-F238E27FC236}">
                <a16:creationId xmlns:a16="http://schemas.microsoft.com/office/drawing/2014/main" id="{AC85BEC9-ED78-BDC7-DCD6-333191654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3429000"/>
            <a:ext cx="370840" cy="370840"/>
          </a:xfrm>
          <a:prstGeom prst="rect">
            <a:avLst/>
          </a:prstGeom>
        </p:spPr>
      </p:pic>
      <p:pic>
        <p:nvPicPr>
          <p:cNvPr id="11" name="Gráfico 10" descr="Marca de insignia1 contorno">
            <a:extLst>
              <a:ext uri="{FF2B5EF4-FFF2-40B4-BE49-F238E27FC236}">
                <a16:creationId xmlns:a16="http://schemas.microsoft.com/office/drawing/2014/main" id="{364DCC10-332D-4CC5-BB2F-79D11A745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3799840"/>
            <a:ext cx="370840" cy="370840"/>
          </a:xfrm>
          <a:prstGeom prst="rect">
            <a:avLst/>
          </a:prstGeom>
        </p:spPr>
      </p:pic>
      <p:pic>
        <p:nvPicPr>
          <p:cNvPr id="12" name="Gráfico 11" descr="Marca de insignia1 contorno">
            <a:extLst>
              <a:ext uri="{FF2B5EF4-FFF2-40B4-BE49-F238E27FC236}">
                <a16:creationId xmlns:a16="http://schemas.microsoft.com/office/drawing/2014/main" id="{2EA0D353-306D-EFB0-35EC-29E0C0CA4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4170680"/>
            <a:ext cx="370840" cy="370840"/>
          </a:xfrm>
          <a:prstGeom prst="rect">
            <a:avLst/>
          </a:prstGeom>
        </p:spPr>
      </p:pic>
      <p:pic>
        <p:nvPicPr>
          <p:cNvPr id="13" name="Gráfico 12" descr="Marca de insignia1 contorno">
            <a:extLst>
              <a:ext uri="{FF2B5EF4-FFF2-40B4-BE49-F238E27FC236}">
                <a16:creationId xmlns:a16="http://schemas.microsoft.com/office/drawing/2014/main" id="{8D3E6B7E-907F-BB38-C096-82AA038A0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280" y="2646680"/>
            <a:ext cx="370840" cy="370840"/>
          </a:xfrm>
          <a:prstGeom prst="rect">
            <a:avLst/>
          </a:prstGeom>
        </p:spPr>
      </p:pic>
      <p:pic>
        <p:nvPicPr>
          <p:cNvPr id="15" name="Gráfico 14" descr="Marca de insignia1 contorno">
            <a:extLst>
              <a:ext uri="{FF2B5EF4-FFF2-40B4-BE49-F238E27FC236}">
                <a16:creationId xmlns:a16="http://schemas.microsoft.com/office/drawing/2014/main" id="{1A1EBCBD-7F12-FBDC-95CE-6B90DCCD3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280" y="3017520"/>
            <a:ext cx="370840" cy="370840"/>
          </a:xfrm>
          <a:prstGeom prst="rect">
            <a:avLst/>
          </a:prstGeom>
        </p:spPr>
      </p:pic>
      <p:pic>
        <p:nvPicPr>
          <p:cNvPr id="16" name="Gráfico 15" descr="Marca de insignia1 contorno">
            <a:extLst>
              <a:ext uri="{FF2B5EF4-FFF2-40B4-BE49-F238E27FC236}">
                <a16:creationId xmlns:a16="http://schemas.microsoft.com/office/drawing/2014/main" id="{5F95DF6E-E071-DEA1-F536-928F19190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280" y="3411220"/>
            <a:ext cx="370840" cy="370840"/>
          </a:xfrm>
          <a:prstGeom prst="rect">
            <a:avLst/>
          </a:prstGeom>
        </p:spPr>
      </p:pic>
      <p:pic>
        <p:nvPicPr>
          <p:cNvPr id="17" name="Gráfico 16" descr="Marca de insignia1 contorno">
            <a:extLst>
              <a:ext uri="{FF2B5EF4-FFF2-40B4-BE49-F238E27FC236}">
                <a16:creationId xmlns:a16="http://schemas.microsoft.com/office/drawing/2014/main" id="{2DE129DF-09ED-0920-C4EC-9737560C2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280" y="3782060"/>
            <a:ext cx="370840" cy="370840"/>
          </a:xfrm>
          <a:prstGeom prst="rect">
            <a:avLst/>
          </a:prstGeom>
        </p:spPr>
      </p:pic>
      <p:pic>
        <p:nvPicPr>
          <p:cNvPr id="18" name="Gráfico 17" descr="Marca de insignia1 contorno">
            <a:extLst>
              <a:ext uri="{FF2B5EF4-FFF2-40B4-BE49-F238E27FC236}">
                <a16:creationId xmlns:a16="http://schemas.microsoft.com/office/drawing/2014/main" id="{5E8D7666-0018-CBFA-0D1A-BEF96D402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1360" y="3040380"/>
            <a:ext cx="370840" cy="370840"/>
          </a:xfrm>
          <a:prstGeom prst="rect">
            <a:avLst/>
          </a:prstGeom>
        </p:spPr>
      </p:pic>
      <p:pic>
        <p:nvPicPr>
          <p:cNvPr id="19" name="Gráfico 18" descr="Marca de insignia1 contorno">
            <a:extLst>
              <a:ext uri="{FF2B5EF4-FFF2-40B4-BE49-F238E27FC236}">
                <a16:creationId xmlns:a16="http://schemas.microsoft.com/office/drawing/2014/main" id="{DCBD91D6-81F6-E214-310F-8AD92F645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1360" y="3782060"/>
            <a:ext cx="370840" cy="370840"/>
          </a:xfrm>
          <a:prstGeom prst="rect">
            <a:avLst/>
          </a:prstGeom>
        </p:spPr>
      </p:pic>
      <p:pic>
        <p:nvPicPr>
          <p:cNvPr id="20" name="Gráfico 19" descr="Marca de insignia1 contorno">
            <a:extLst>
              <a:ext uri="{FF2B5EF4-FFF2-40B4-BE49-F238E27FC236}">
                <a16:creationId xmlns:a16="http://schemas.microsoft.com/office/drawing/2014/main" id="{43593ADE-83A0-55DA-40FB-2F3AD754B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720" y="2669540"/>
            <a:ext cx="370840" cy="370840"/>
          </a:xfrm>
          <a:prstGeom prst="rect">
            <a:avLst/>
          </a:prstGeom>
        </p:spPr>
      </p:pic>
      <p:pic>
        <p:nvPicPr>
          <p:cNvPr id="21" name="Gráfico 20" descr="Marca de insignia1 contorno">
            <a:extLst>
              <a:ext uri="{FF2B5EF4-FFF2-40B4-BE49-F238E27FC236}">
                <a16:creationId xmlns:a16="http://schemas.microsoft.com/office/drawing/2014/main" id="{16FE7F5E-3ED0-6E77-65C9-0EDCB72BD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720" y="3411220"/>
            <a:ext cx="370840" cy="370840"/>
          </a:xfrm>
          <a:prstGeom prst="rect">
            <a:avLst/>
          </a:prstGeom>
        </p:spPr>
      </p:pic>
      <p:pic>
        <p:nvPicPr>
          <p:cNvPr id="22" name="Gráfico 21" descr="Marca de insignia1 contorno">
            <a:extLst>
              <a:ext uri="{FF2B5EF4-FFF2-40B4-BE49-F238E27FC236}">
                <a16:creationId xmlns:a16="http://schemas.microsoft.com/office/drawing/2014/main" id="{D28D1070-72E5-C4D5-609A-1283FB70A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720" y="3782060"/>
            <a:ext cx="370840" cy="370840"/>
          </a:xfrm>
          <a:prstGeom prst="rect">
            <a:avLst/>
          </a:prstGeom>
        </p:spPr>
      </p:pic>
      <p:pic>
        <p:nvPicPr>
          <p:cNvPr id="23" name="Gráfico 22" descr="Marca de insignia1 contorno">
            <a:extLst>
              <a:ext uri="{FF2B5EF4-FFF2-40B4-BE49-F238E27FC236}">
                <a16:creationId xmlns:a16="http://schemas.microsoft.com/office/drawing/2014/main" id="{7B2D283D-9366-F081-8AF6-23B5A07AB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720" y="4184650"/>
            <a:ext cx="370840" cy="370840"/>
          </a:xfrm>
          <a:prstGeom prst="rect">
            <a:avLst/>
          </a:prstGeom>
        </p:spPr>
      </p:pic>
      <p:pic>
        <p:nvPicPr>
          <p:cNvPr id="25" name="Gráfico 24" descr="Insignia de cruz contorno">
            <a:extLst>
              <a:ext uri="{FF2B5EF4-FFF2-40B4-BE49-F238E27FC236}">
                <a16:creationId xmlns:a16="http://schemas.microsoft.com/office/drawing/2014/main" id="{ECB94C3E-346D-BFF7-E93E-3B8E7E62FA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5640" y="2640330"/>
            <a:ext cx="416560" cy="416560"/>
          </a:xfrm>
          <a:prstGeom prst="rect">
            <a:avLst/>
          </a:prstGeom>
        </p:spPr>
      </p:pic>
      <p:pic>
        <p:nvPicPr>
          <p:cNvPr id="26" name="Gráfico 25" descr="Insignia de cruz contorno">
            <a:extLst>
              <a:ext uri="{FF2B5EF4-FFF2-40B4-BE49-F238E27FC236}">
                <a16:creationId xmlns:a16="http://schemas.microsoft.com/office/drawing/2014/main" id="{3CA28726-6C00-8356-B8D2-2CDDF653A5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5640" y="3403600"/>
            <a:ext cx="416560" cy="416560"/>
          </a:xfrm>
          <a:prstGeom prst="rect">
            <a:avLst/>
          </a:prstGeom>
        </p:spPr>
      </p:pic>
      <p:pic>
        <p:nvPicPr>
          <p:cNvPr id="27" name="Gráfico 26" descr="Insignia de cruz contorno">
            <a:extLst>
              <a:ext uri="{FF2B5EF4-FFF2-40B4-BE49-F238E27FC236}">
                <a16:creationId xmlns:a16="http://schemas.microsoft.com/office/drawing/2014/main" id="{41AFE7AB-C476-8E87-4810-523042AEB9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5640" y="4152900"/>
            <a:ext cx="416560" cy="416560"/>
          </a:xfrm>
          <a:prstGeom prst="rect">
            <a:avLst/>
          </a:prstGeom>
        </p:spPr>
      </p:pic>
      <p:pic>
        <p:nvPicPr>
          <p:cNvPr id="28" name="Gráfico 27" descr="Insignia de cruz contorno">
            <a:extLst>
              <a:ext uri="{FF2B5EF4-FFF2-40B4-BE49-F238E27FC236}">
                <a16:creationId xmlns:a16="http://schemas.microsoft.com/office/drawing/2014/main" id="{85F79379-C4E9-67EC-60F9-5D962BBA0F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0" y="2994660"/>
            <a:ext cx="416560" cy="41656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93070EB-0951-CEE2-EBF3-B21DAAA835CF}"/>
              </a:ext>
            </a:extLst>
          </p:cNvPr>
          <p:cNvSpPr/>
          <p:nvPr/>
        </p:nvSpPr>
        <p:spPr>
          <a:xfrm>
            <a:off x="731520" y="2705100"/>
            <a:ext cx="10728960" cy="35179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172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A54F5-EA24-96F2-7D56-34C3C1FCB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026BB3F6-539B-A596-7D83-88EFF042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19823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CFIHOS distribution</a:t>
            </a:r>
            <a:br>
              <a:rPr lang="en-US" sz="4000" dirty="0"/>
            </a:br>
            <a:r>
              <a:rPr lang="en-US" sz="3100" dirty="0"/>
              <a:t>Version 2.0 October 2024</a:t>
            </a:r>
            <a:endParaRPr lang="en-US" sz="4000" b="1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D081E6E3-9134-BFE4-099E-1493100BC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923" y="1642751"/>
            <a:ext cx="5873750" cy="2385785"/>
          </a:xfrm>
        </p:spPr>
        <p:txBody>
          <a:bodyPr>
            <a:normAutofit fontScale="85000" lnSpcReduction="20000"/>
          </a:bodyPr>
          <a:lstStyle/>
          <a:p>
            <a:r>
              <a:rPr lang="en-US" sz="2300" dirty="0"/>
              <a:t>CFIHOS is a specification, not an implementation</a:t>
            </a:r>
          </a:p>
          <a:p>
            <a:endParaRPr lang="en-US" sz="2300" dirty="0"/>
          </a:p>
          <a:p>
            <a:r>
              <a:rPr lang="en-US" sz="2300" dirty="0"/>
              <a:t>CFIHOS data model can be inspected through an HTML explorer</a:t>
            </a:r>
          </a:p>
          <a:p>
            <a:pPr marL="152396" indent="0">
              <a:buNone/>
            </a:pPr>
            <a:endParaRPr lang="en-US" sz="2300" dirty="0"/>
          </a:p>
          <a:p>
            <a:r>
              <a:rPr lang="en-US" sz="2300" dirty="0"/>
              <a:t>CFIHOS reference data library is distributed as tables in Excel format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985822-C57C-0C6C-EC65-C5B9B924D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906" y="240866"/>
            <a:ext cx="4045076" cy="391388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FE42249-7FFE-35D0-C3F0-06C6CB15A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626" y="4507251"/>
            <a:ext cx="7868748" cy="1886213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02DA343-7702-839D-EA86-2BF69DEAB056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5984111" y="2197808"/>
            <a:ext cx="1498795" cy="545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06D7C0E-A2B1-2F14-68CD-590D8064B36C}"/>
              </a:ext>
            </a:extLst>
          </p:cNvPr>
          <p:cNvCxnSpPr>
            <a:cxnSpLocks/>
          </p:cNvCxnSpPr>
          <p:nvPr/>
        </p:nvCxnSpPr>
        <p:spPr>
          <a:xfrm>
            <a:off x="3865944" y="4028536"/>
            <a:ext cx="1111498" cy="414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465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6A772-BDA0-7A43-692C-2F6D9C5D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D8A35FBC-5A8A-E35B-442A-5A67B3AD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CFIHOS ontology modeling principles</a:t>
            </a:r>
            <a:endParaRPr lang="en-US" sz="4000" b="1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C3B39444-141D-A754-584A-E02F0A0CB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356967"/>
            <a:ext cx="11604122" cy="853852"/>
          </a:xfrm>
        </p:spPr>
        <p:txBody>
          <a:bodyPr>
            <a:normAutofit fontScale="25000" lnSpcReduction="20000"/>
          </a:bodyPr>
          <a:lstStyle/>
          <a:p>
            <a:r>
              <a:rPr lang="en-US" sz="12800" dirty="0"/>
              <a:t>Alignment with the CFHIOS principles</a:t>
            </a:r>
          </a:p>
          <a:p>
            <a:endParaRPr lang="en-US" sz="12800" dirty="0"/>
          </a:p>
          <a:p>
            <a:r>
              <a:rPr lang="en-US" sz="12800" dirty="0"/>
              <a:t>Alignment with the previous </a:t>
            </a:r>
            <a:r>
              <a:rPr lang="en-US" sz="12800" dirty="0" err="1"/>
              <a:t>commmon</a:t>
            </a:r>
            <a:r>
              <a:rPr lang="en-US" sz="12800" dirty="0"/>
              <a:t> pattern</a:t>
            </a:r>
          </a:p>
          <a:p>
            <a:pPr marL="186262" indent="0">
              <a:buNone/>
            </a:pPr>
            <a:endParaRPr lang="en-US" sz="12800" dirty="0"/>
          </a:p>
          <a:p>
            <a:r>
              <a:rPr lang="en-US" sz="12800" dirty="0"/>
              <a:t>Alignment with the Industrial Data Ontology (IDO)</a:t>
            </a:r>
          </a:p>
          <a:p>
            <a:pPr lvl="1"/>
            <a:r>
              <a:rPr lang="en-US" sz="12800" dirty="0"/>
              <a:t>Alignment of classes with IDO classes</a:t>
            </a:r>
          </a:p>
          <a:p>
            <a:pPr lvl="1"/>
            <a:r>
              <a:rPr lang="en-US" sz="12800" dirty="0"/>
              <a:t>Representation of properties using IDO modeling patterns</a:t>
            </a:r>
          </a:p>
          <a:p>
            <a:endParaRPr lang="en-US" sz="9600" dirty="0"/>
          </a:p>
          <a:p>
            <a:endParaRPr lang="en-US" sz="5600" dirty="0"/>
          </a:p>
          <a:p>
            <a:endParaRPr lang="en-US" sz="5600" dirty="0"/>
          </a:p>
          <a:p>
            <a:endParaRPr lang="en-US" sz="5600" dirty="0"/>
          </a:p>
          <a:p>
            <a:endParaRPr lang="en-US" sz="5600" dirty="0"/>
          </a:p>
          <a:p>
            <a:endParaRPr lang="en-US" sz="4300" dirty="0"/>
          </a:p>
          <a:p>
            <a:endParaRPr lang="en-US" sz="4300" dirty="0"/>
          </a:p>
          <a:p>
            <a:endParaRPr lang="en-US" sz="4300" dirty="0"/>
          </a:p>
          <a:p>
            <a:endParaRPr lang="en-US" sz="4300" dirty="0"/>
          </a:p>
          <a:p>
            <a:endParaRPr lang="en-US" sz="4300" dirty="0"/>
          </a:p>
          <a:p>
            <a:endParaRPr lang="en-US" sz="4300" dirty="0"/>
          </a:p>
          <a:p>
            <a:pPr marL="1523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32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01F2-1895-EBF4-43A2-0F0B4D59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CA4DD9F1-EE8E-2ACC-4C8F-F989F0FF0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Generation of the ontology</a:t>
            </a:r>
            <a:endParaRPr lang="en-US" sz="4000" b="1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185F624-8F07-247C-9648-8615892CC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356967"/>
            <a:ext cx="11604122" cy="853852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/>
              <a:t>A translation process was developed to generate an OWL ontology by using the CFIHOS excel as input.</a:t>
            </a:r>
          </a:p>
          <a:p>
            <a:endParaRPr lang="en-US" sz="11200" dirty="0"/>
          </a:p>
          <a:p>
            <a:r>
              <a:rPr lang="en-US" sz="11200" dirty="0"/>
              <a:t>Processing made by sheet </a:t>
            </a:r>
            <a:r>
              <a:rPr lang="en-US" sz="11200"/>
              <a:t>in the source file</a:t>
            </a:r>
            <a:endParaRPr lang="en-US" sz="11200" dirty="0"/>
          </a:p>
          <a:p>
            <a:endParaRPr lang="en-US" sz="11200" dirty="0"/>
          </a:p>
          <a:p>
            <a:endParaRPr lang="en-US" sz="11200" dirty="0"/>
          </a:p>
          <a:p>
            <a:r>
              <a:rPr lang="en-US" sz="11200" dirty="0"/>
              <a:t>The script is available at https://</a:t>
            </a:r>
            <a:r>
              <a:rPr lang="en-US" sz="11200" dirty="0" err="1"/>
              <a:t>github.com</a:t>
            </a:r>
            <a:r>
              <a:rPr lang="en-US" sz="11200" dirty="0"/>
              <a:t>/</a:t>
            </a:r>
            <a:r>
              <a:rPr lang="en-US" sz="11200" dirty="0" err="1"/>
              <a:t>tecnomod</a:t>
            </a:r>
            <a:r>
              <a:rPr lang="en-US" sz="11200" dirty="0"/>
              <a:t>-um/</a:t>
            </a:r>
            <a:r>
              <a:rPr lang="en-US" sz="11200" dirty="0" err="1"/>
              <a:t>cfihos</a:t>
            </a:r>
            <a:endParaRPr lang="en-US" sz="11200" dirty="0"/>
          </a:p>
          <a:p>
            <a:endParaRPr lang="en-US" sz="9600" dirty="0"/>
          </a:p>
          <a:p>
            <a:endParaRPr lang="en-US" sz="9600" dirty="0"/>
          </a:p>
          <a:p>
            <a:pPr marL="152396" indent="0">
              <a:buNone/>
            </a:pPr>
            <a:endParaRPr lang="en-US" sz="9600" dirty="0"/>
          </a:p>
          <a:p>
            <a:endParaRPr lang="en-US" sz="9600" dirty="0"/>
          </a:p>
          <a:p>
            <a:endParaRPr lang="en-US" sz="5600" dirty="0"/>
          </a:p>
          <a:p>
            <a:endParaRPr lang="en-US" sz="5600" dirty="0"/>
          </a:p>
          <a:p>
            <a:endParaRPr lang="en-US" sz="5600" dirty="0"/>
          </a:p>
          <a:p>
            <a:endParaRPr lang="en-US" sz="5600" dirty="0"/>
          </a:p>
          <a:p>
            <a:endParaRPr lang="en-US" sz="4300" dirty="0"/>
          </a:p>
          <a:p>
            <a:endParaRPr lang="en-US" sz="4300" dirty="0"/>
          </a:p>
          <a:p>
            <a:endParaRPr lang="en-US" sz="4300" dirty="0"/>
          </a:p>
          <a:p>
            <a:endParaRPr lang="en-US" sz="4300" dirty="0"/>
          </a:p>
          <a:p>
            <a:endParaRPr lang="en-US" sz="4300" dirty="0"/>
          </a:p>
          <a:p>
            <a:endParaRPr lang="en-US" sz="4300" dirty="0"/>
          </a:p>
          <a:p>
            <a:pPr marL="152396" indent="0">
              <a:buNone/>
            </a:pPr>
            <a:endParaRPr lang="en-US" dirty="0"/>
          </a:p>
        </p:txBody>
      </p:sp>
      <p:pic>
        <p:nvPicPr>
          <p:cNvPr id="4" name="Imagen 3" descr="Imagen que contiene dibujo, calle, reloj, firmar&#10;&#10;El contenido generado por IA puede ser incorrecto.">
            <a:extLst>
              <a:ext uri="{FF2B5EF4-FFF2-40B4-BE49-F238E27FC236}">
                <a16:creationId xmlns:a16="http://schemas.microsoft.com/office/drawing/2014/main" id="{670B4779-E274-2F7D-A792-12DE618E5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057" y="4220256"/>
            <a:ext cx="1370023" cy="853852"/>
          </a:xfrm>
          <a:prstGeom prst="rect">
            <a:avLst/>
          </a:prstGeom>
        </p:spPr>
      </p:pic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0E79AD08-71C8-7650-377D-8C166DDDCB89}"/>
              </a:ext>
            </a:extLst>
          </p:cNvPr>
          <p:cNvSpPr/>
          <p:nvPr/>
        </p:nvSpPr>
        <p:spPr>
          <a:xfrm rot="16200000">
            <a:off x="5582994" y="4099486"/>
            <a:ext cx="664234" cy="110489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FC25BA21-7DD5-14C1-5EDD-52DAEB08C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142" y="4053846"/>
            <a:ext cx="1020538" cy="118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9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44715-99AA-C7CF-581E-2712DF17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A71DFD5-E236-7E6B-872A-A7906BD45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356967"/>
            <a:ext cx="11228532" cy="4670949"/>
          </a:xfrm>
        </p:spPr>
        <p:txBody>
          <a:bodyPr>
            <a:normAutofit/>
          </a:bodyPr>
          <a:lstStyle/>
          <a:p>
            <a:r>
              <a:rPr lang="en-US" dirty="0"/>
              <a:t>The current version has &gt;6,200 classes, and &gt;1,400 properties and approx. 5,000 individuals.</a:t>
            </a:r>
          </a:p>
          <a:p>
            <a:endParaRPr lang="en-US" dirty="0"/>
          </a:p>
          <a:p>
            <a:r>
              <a:rPr lang="en-US" dirty="0"/>
              <a:t>URIs of classes and properties based on CFIHOS identifiers</a:t>
            </a:r>
          </a:p>
          <a:p>
            <a:endParaRPr lang="en-US" dirty="0"/>
          </a:p>
          <a:p>
            <a:r>
              <a:rPr lang="en-US" dirty="0"/>
              <a:t>Names and descriptions of classes and properties from</a:t>
            </a:r>
          </a:p>
          <a:p>
            <a:pPr marL="152396" indent="0">
              <a:buNone/>
            </a:pPr>
            <a:r>
              <a:rPr lang="en-US" dirty="0"/>
              <a:t>       the RDL Master object</a:t>
            </a:r>
          </a:p>
          <a:p>
            <a:endParaRPr lang="en-US" dirty="0"/>
          </a:p>
          <a:p>
            <a:r>
              <a:rPr lang="en-US" b="1" dirty="0"/>
              <a:t>https://</a:t>
            </a:r>
            <a:r>
              <a:rPr lang="en-US" b="1" dirty="0" err="1"/>
              <a:t>github.com</a:t>
            </a:r>
            <a:r>
              <a:rPr lang="en-US" b="1" dirty="0"/>
              <a:t>/</a:t>
            </a:r>
            <a:r>
              <a:rPr lang="en-US" b="1" dirty="0" err="1"/>
              <a:t>tecnomod</a:t>
            </a:r>
            <a:r>
              <a:rPr lang="en-US" b="1" dirty="0"/>
              <a:t>-um/</a:t>
            </a:r>
            <a:r>
              <a:rPr lang="en-US" b="1" dirty="0" err="1"/>
              <a:t>cfihos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52396" indent="0">
              <a:buNone/>
            </a:pPr>
            <a:endParaRPr lang="en-US" dirty="0"/>
          </a:p>
          <a:p>
            <a:endParaRPr lang="en-US" dirty="0"/>
          </a:p>
          <a:p>
            <a:pPr marL="795847" lvl="1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8356CB-8476-4BEA-BA18-4E64D697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b="1" dirty="0"/>
              <a:t>Overview of the ontology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7AD58DF-C2B8-047E-557B-653E6A82E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953" y="3918333"/>
            <a:ext cx="4540526" cy="2691966"/>
          </a:xfrm>
          <a:prstGeom prst="rect">
            <a:avLst/>
          </a:prstGeom>
          <a:ln w="25400">
            <a:solidFill>
              <a:srgbClr val="7030A0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E24AFE7-BF33-F298-18B3-B48AB7E4D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975" y="3044508"/>
            <a:ext cx="3620157" cy="3456842"/>
          </a:xfrm>
          <a:prstGeom prst="rect">
            <a:avLst/>
          </a:prstGeom>
          <a:ln w="25400"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492710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945AB-7B90-258E-595A-185D1FA99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2090BB6-FC44-47E9-D9B8-DBD3BB76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1336583"/>
            <a:ext cx="5950732" cy="494638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960B970-2C2D-8C7D-349B-F1C93E18D68D}"/>
              </a:ext>
            </a:extLst>
          </p:cNvPr>
          <p:cNvSpPr txBox="1">
            <a:spLocks/>
          </p:cNvSpPr>
          <p:nvPr/>
        </p:nvSpPr>
        <p:spPr>
          <a:xfrm>
            <a:off x="415600" y="294809"/>
            <a:ext cx="11360800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75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4000" dirty="0"/>
              <a:t>Linking CFIHOS classes to the IDO</a:t>
            </a: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2DA56615-0E56-49CE-339D-4BCB1298C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2154" y="1593684"/>
            <a:ext cx="4961978" cy="1017711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The main classes of the CFIHOS ontology have been linked to the Industrial Data Ontology</a:t>
            </a:r>
          </a:p>
          <a:p>
            <a:endParaRPr lang="en-US" sz="7200" dirty="0"/>
          </a:p>
          <a:p>
            <a:r>
              <a:rPr lang="en-US" sz="7200" dirty="0"/>
              <a:t>The Industrial Data Ontology (IDO) is a “top-level” ontology for industrial data terminology that defines generic terms for things that exist in more than one industrial domain.</a:t>
            </a:r>
          </a:p>
          <a:p>
            <a:endParaRPr lang="en-US" sz="7200" dirty="0"/>
          </a:p>
          <a:p>
            <a:r>
              <a:rPr lang="en-US" sz="7200" dirty="0"/>
              <a:t>Representing CFIHOS by extending IDO benefits the interoperability</a:t>
            </a:r>
          </a:p>
          <a:p>
            <a:pPr marL="152396" indent="0">
              <a:buNone/>
            </a:pPr>
            <a:endParaRPr lang="en-US" sz="7200" dirty="0"/>
          </a:p>
          <a:p>
            <a:endParaRPr lang="en-US" sz="7200" dirty="0"/>
          </a:p>
          <a:p>
            <a:endParaRPr lang="en-US" sz="7200" dirty="0"/>
          </a:p>
          <a:p>
            <a:endParaRPr lang="en-US" sz="7200" dirty="0"/>
          </a:p>
          <a:p>
            <a:pPr marL="152396" indent="0">
              <a:buNone/>
            </a:pPr>
            <a:endParaRPr lang="en-US" sz="7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52396" indent="0">
              <a:buNone/>
            </a:pPr>
            <a:endParaRPr lang="en-US" dirty="0"/>
          </a:p>
          <a:p>
            <a:endParaRPr lang="en-US" dirty="0"/>
          </a:p>
          <a:p>
            <a:pPr marL="795847" lvl="1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22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F0C73-C10F-687A-8F4D-056ED56A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657C09B-94F0-64AA-B09F-C9C7EB564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511" y="1708080"/>
            <a:ext cx="4581135" cy="4374468"/>
          </a:xfrm>
          <a:prstGeom prst="rect">
            <a:avLst/>
          </a:prstGeom>
          <a:ln w="25400">
            <a:solidFill>
              <a:srgbClr val="7030A0"/>
            </a:solidFill>
          </a:ln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12B3D4E-C587-8CCB-AFFB-6FB4CC4D306E}"/>
              </a:ext>
            </a:extLst>
          </p:cNvPr>
          <p:cNvSpPr/>
          <p:nvPr/>
        </p:nvSpPr>
        <p:spPr>
          <a:xfrm>
            <a:off x="1507967" y="1939752"/>
            <a:ext cx="1501934" cy="203867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5F19615-99B9-C9CE-B2A0-C4839DF46C80}"/>
              </a:ext>
            </a:extLst>
          </p:cNvPr>
          <p:cNvSpPr/>
          <p:nvPr/>
        </p:nvSpPr>
        <p:spPr>
          <a:xfrm>
            <a:off x="1507966" y="2264559"/>
            <a:ext cx="2458255" cy="196549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AA13AB-53E5-70A8-7C22-ADB5CE2907C5}"/>
              </a:ext>
            </a:extLst>
          </p:cNvPr>
          <p:cNvSpPr/>
          <p:nvPr/>
        </p:nvSpPr>
        <p:spPr>
          <a:xfrm>
            <a:off x="1507966" y="2629685"/>
            <a:ext cx="1914836" cy="195205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226BCC2-E681-E2F5-FA69-3F34E428B974}"/>
              </a:ext>
            </a:extLst>
          </p:cNvPr>
          <p:cNvSpPr/>
          <p:nvPr/>
        </p:nvSpPr>
        <p:spPr>
          <a:xfrm>
            <a:off x="1507967" y="4290939"/>
            <a:ext cx="1736266" cy="139503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D73116-AD0E-3EA4-3209-99D513FEAB92}"/>
              </a:ext>
            </a:extLst>
          </p:cNvPr>
          <p:cNvSpPr/>
          <p:nvPr/>
        </p:nvSpPr>
        <p:spPr>
          <a:xfrm>
            <a:off x="1370604" y="4654720"/>
            <a:ext cx="1914836" cy="737896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B630C9D-C456-1572-BE07-B6F790D00235}"/>
              </a:ext>
            </a:extLst>
          </p:cNvPr>
          <p:cNvSpPr/>
          <p:nvPr/>
        </p:nvSpPr>
        <p:spPr>
          <a:xfrm>
            <a:off x="7136079" y="2848112"/>
            <a:ext cx="1570025" cy="236717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IDO Class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7B1CA37-B559-707B-B12D-1E88972D9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94809"/>
            <a:ext cx="11360800" cy="763600"/>
          </a:xfrm>
        </p:spPr>
        <p:txBody>
          <a:bodyPr>
            <a:noAutofit/>
          </a:bodyPr>
          <a:lstStyle/>
          <a:p>
            <a:r>
              <a:rPr lang="en-US" sz="2800" dirty="0"/>
              <a:t>Linking CFIHOS classes to the IDO</a:t>
            </a:r>
            <a:endParaRPr lang="en-US" sz="2800" b="1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621D6A1-71B5-115B-4284-FC525D861F4D}"/>
              </a:ext>
            </a:extLst>
          </p:cNvPr>
          <p:cNvSpPr/>
          <p:nvPr/>
        </p:nvSpPr>
        <p:spPr>
          <a:xfrm>
            <a:off x="1507966" y="5616894"/>
            <a:ext cx="2899908" cy="344714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455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F359-D175-9A79-BB9D-E7542E52B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CBDB7C71-DE6C-43F1-302E-ED66A9C1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Modeling properties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3C840FA-BC99-8E14-16B8-9C1AE04A3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52396" indent="0">
              <a:buNone/>
            </a:pPr>
            <a:r>
              <a:rPr lang="en-GB" sz="2200" b="1" dirty="0"/>
              <a:t>Classification of properties</a:t>
            </a:r>
          </a:p>
          <a:p>
            <a:pPr marL="152396" indent="0">
              <a:buNone/>
            </a:pPr>
            <a:endParaRPr lang="en-GB" sz="2200" dirty="0"/>
          </a:p>
          <a:p>
            <a:r>
              <a:rPr lang="en-GB" sz="2200" dirty="0"/>
              <a:t>The property has a dimension assigned in the CFIHOS standard </a:t>
            </a:r>
            <a:r>
              <a:rPr lang="en-GB" sz="2200" dirty="0">
                <a:sym typeface="Wingdings" pitchFamily="2" charset="2"/>
              </a:rPr>
              <a:t> </a:t>
            </a:r>
            <a:r>
              <a:rPr lang="en-GB" sz="2200" b="1" dirty="0">
                <a:sym typeface="Wingdings" pitchFamily="2" charset="2"/>
              </a:rPr>
              <a:t>Quantitative</a:t>
            </a:r>
            <a:endParaRPr lang="en-GB" sz="2200" b="1" dirty="0"/>
          </a:p>
          <a:p>
            <a:endParaRPr lang="en-GB" sz="2200" dirty="0"/>
          </a:p>
          <a:p>
            <a:endParaRPr lang="en-GB" sz="2200" dirty="0"/>
          </a:p>
          <a:p>
            <a:r>
              <a:rPr lang="en-GB" sz="2200" dirty="0"/>
              <a:t>The property has a picklist assigned in the CFIHOS standard </a:t>
            </a:r>
            <a:r>
              <a:rPr lang="en-GB" sz="2200" dirty="0">
                <a:sym typeface="Wingdings" pitchFamily="2" charset="2"/>
              </a:rPr>
              <a:t> </a:t>
            </a:r>
            <a:r>
              <a:rPr lang="en-GB" sz="2200" b="1" dirty="0">
                <a:sym typeface="Wingdings" pitchFamily="2" charset="2"/>
              </a:rPr>
              <a:t>Qualitative</a:t>
            </a:r>
            <a:endParaRPr lang="en-GB" sz="2200" b="1" dirty="0"/>
          </a:p>
          <a:p>
            <a:pPr lvl="1"/>
            <a:endParaRPr lang="en-GB" sz="2200" dirty="0"/>
          </a:p>
          <a:p>
            <a:pPr lvl="1"/>
            <a:endParaRPr lang="en-GB" sz="2200" dirty="0"/>
          </a:p>
          <a:p>
            <a:r>
              <a:rPr lang="en-GB" sz="2200" dirty="0"/>
              <a:t>If the property does not have dimension nor picklist</a:t>
            </a:r>
          </a:p>
          <a:p>
            <a:pPr lvl="1"/>
            <a:r>
              <a:rPr lang="en-GB" sz="2200" b="1" dirty="0"/>
              <a:t>Quantitative</a:t>
            </a:r>
            <a:r>
              <a:rPr lang="en-GB" sz="2200" dirty="0"/>
              <a:t> if the data type is “number”</a:t>
            </a:r>
          </a:p>
          <a:p>
            <a:pPr lvl="1"/>
            <a:r>
              <a:rPr lang="en-GB" sz="2200" b="1" dirty="0"/>
              <a:t>Qualitative</a:t>
            </a:r>
            <a:r>
              <a:rPr lang="en-GB" sz="2200" dirty="0"/>
              <a:t> in other case</a:t>
            </a:r>
          </a:p>
        </p:txBody>
      </p:sp>
    </p:spTree>
    <p:extLst>
      <p:ext uri="{BB962C8B-B14F-4D97-AF65-F5344CB8AC3E}">
        <p14:creationId xmlns:p14="http://schemas.microsoft.com/office/powerpoint/2010/main" val="1250082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DEFFB-BA1F-789B-2ABD-2239F0ADB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E9E3E9A8-2411-183B-C17C-7E3C20BC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Modeling properties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04F251-1723-ECF5-871E-FC900051D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8" y="1627553"/>
            <a:ext cx="6255727" cy="375096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B7BA75B-1254-ABBF-6E00-CFCBB044C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542" y="1600200"/>
            <a:ext cx="5842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14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3A5B-8F4B-18BB-3CB7-ECA15973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00190E7F-B969-9671-3882-7D166F2D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Autofit/>
          </a:bodyPr>
          <a:lstStyle/>
          <a:p>
            <a:r>
              <a:rPr lang="en-US" sz="4000" dirty="0"/>
              <a:t>IDO-based Property modeling</a:t>
            </a:r>
            <a:endParaRPr lang="en-US" sz="4000" b="1" dirty="0"/>
          </a:p>
        </p:txBody>
      </p:sp>
      <p:pic>
        <p:nvPicPr>
          <p:cNvPr id="3" name="Imagen 2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6E108602-7B75-E1C7-C9A5-1038EB011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978" y="4068816"/>
            <a:ext cx="9336043" cy="1929388"/>
          </a:xfrm>
          <a:prstGeom prst="rect">
            <a:avLst/>
          </a:prstGeom>
        </p:spPr>
      </p:pic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2332BF4D-AB75-B943-962C-588A754D7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003" y="1639667"/>
            <a:ext cx="9554751" cy="1929387"/>
          </a:xfrm>
        </p:spPr>
        <p:txBody>
          <a:bodyPr>
            <a:normAutofit fontScale="55000" lnSpcReduction="20000"/>
          </a:bodyPr>
          <a:lstStyle/>
          <a:p>
            <a:r>
              <a:rPr lang="en-US" sz="4500" dirty="0"/>
              <a:t>IDO does not work with object properties but Quality classes.</a:t>
            </a:r>
          </a:p>
          <a:p>
            <a:endParaRPr lang="en-US" sz="4500" dirty="0"/>
          </a:p>
          <a:p>
            <a:r>
              <a:rPr lang="en-US" sz="4500" dirty="0"/>
              <a:t>Quality classes were created from object properties and axioms were redefined in these terms</a:t>
            </a:r>
          </a:p>
          <a:p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052158E-C414-F0D3-4C1F-D10B59DEDF58}"/>
              </a:ext>
            </a:extLst>
          </p:cNvPr>
          <p:cNvSpPr/>
          <p:nvPr/>
        </p:nvSpPr>
        <p:spPr>
          <a:xfrm>
            <a:off x="2374900" y="4068816"/>
            <a:ext cx="3302000" cy="206528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012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8E1A5-ED69-C854-6421-4146B506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AA5561F2-9505-AF70-34F2-5513C06CF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003" y="1639667"/>
            <a:ext cx="6803329" cy="604769"/>
          </a:xfrm>
        </p:spPr>
        <p:txBody>
          <a:bodyPr>
            <a:normAutofit/>
          </a:bodyPr>
          <a:lstStyle/>
          <a:p>
            <a:r>
              <a:rPr lang="en-US" sz="2000" dirty="0"/>
              <a:t>The qualities are classified according to  IDO</a:t>
            </a:r>
          </a:p>
        </p:txBody>
      </p:sp>
      <p:pic>
        <p:nvPicPr>
          <p:cNvPr id="4" name="Imagen 3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DCDE7E53-2473-BDA4-D797-8F7E48D79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098" y="2319379"/>
            <a:ext cx="9701804" cy="430683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03FD395-36D3-CCCE-6151-4731B5CB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Autofit/>
          </a:bodyPr>
          <a:lstStyle/>
          <a:p>
            <a:r>
              <a:rPr lang="en-US" sz="4000" dirty="0"/>
              <a:t>IDO-based Property modeling</a:t>
            </a:r>
            <a:endParaRPr lang="en-US" sz="4000" b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117E1EB-A0C3-4519-92D4-F96057C1416C}"/>
              </a:ext>
            </a:extLst>
          </p:cNvPr>
          <p:cNvSpPr/>
          <p:nvPr/>
        </p:nvSpPr>
        <p:spPr>
          <a:xfrm>
            <a:off x="2374900" y="2145323"/>
            <a:ext cx="3302000" cy="448088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997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0AA91-FBF9-0E52-D9DB-83A62046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03E77BD5-5426-6469-8DFA-D614969B7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877" y="1593685"/>
            <a:ext cx="10455945" cy="1149516"/>
          </a:xfrm>
        </p:spPr>
        <p:txBody>
          <a:bodyPr>
            <a:normAutofit/>
          </a:bodyPr>
          <a:lstStyle/>
          <a:p>
            <a:r>
              <a:rPr lang="en-US" sz="3200" dirty="0"/>
              <a:t>Modeling the length of a cable</a:t>
            </a:r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4F594A-7C99-6BAD-4D2D-0D034F5A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Autofit/>
          </a:bodyPr>
          <a:lstStyle/>
          <a:p>
            <a:r>
              <a:rPr lang="en-US" sz="4000" dirty="0"/>
              <a:t>First example</a:t>
            </a:r>
            <a:endParaRPr lang="en-US" sz="4000" b="1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8F6C30E-087B-9389-805E-18A5CC22BFCA}"/>
              </a:ext>
            </a:extLst>
          </p:cNvPr>
          <p:cNvGrpSpPr/>
          <p:nvPr/>
        </p:nvGrpSpPr>
        <p:grpSpPr>
          <a:xfrm>
            <a:off x="1258325" y="3410177"/>
            <a:ext cx="9336043" cy="2910950"/>
            <a:chOff x="1258325" y="3410177"/>
            <a:chExt cx="9336043" cy="2910950"/>
          </a:xfrm>
        </p:grpSpPr>
        <p:pic>
          <p:nvPicPr>
            <p:cNvPr id="4" name="Imagen 3" descr="Interfaz de usuario gráfica, Aplicación&#10;&#10;El contenido generado por IA puede ser incorrecto.">
              <a:extLst>
                <a:ext uri="{FF2B5EF4-FFF2-40B4-BE49-F238E27FC236}">
                  <a16:creationId xmlns:a16="http://schemas.microsoft.com/office/drawing/2014/main" id="{9ED92F97-6CD3-994B-0593-0D812D076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9834"/>
            <a:stretch>
              <a:fillRect/>
            </a:stretch>
          </p:blipFill>
          <p:spPr>
            <a:xfrm>
              <a:off x="1258325" y="3652096"/>
              <a:ext cx="9336043" cy="2669031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9C3436A5-53E1-5DDE-DA00-4C4AA6CDE058}"/>
                </a:ext>
              </a:extLst>
            </p:cNvPr>
            <p:cNvSpPr/>
            <p:nvPr/>
          </p:nvSpPr>
          <p:spPr>
            <a:xfrm>
              <a:off x="2426676" y="3458665"/>
              <a:ext cx="574431" cy="463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1BC25B6-8ADE-FDE6-1063-3EC694D5B199}"/>
                </a:ext>
              </a:extLst>
            </p:cNvPr>
            <p:cNvSpPr/>
            <p:nvPr/>
          </p:nvSpPr>
          <p:spPr>
            <a:xfrm>
              <a:off x="4788876" y="3410177"/>
              <a:ext cx="574431" cy="463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1203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CF697-C3E7-6E66-DB82-27513558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C6F298-54FE-5E2B-523B-18515110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Second example</a:t>
            </a:r>
            <a:endParaRPr lang="en-US" sz="40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CB0E03-4DC2-10D3-13B7-B634489AE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38" y="2165860"/>
            <a:ext cx="10864321" cy="43561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149B26E-8DC4-9C1B-7439-E100906FB09B}"/>
              </a:ext>
            </a:extLst>
          </p:cNvPr>
          <p:cNvSpPr txBox="1"/>
          <p:nvPr/>
        </p:nvSpPr>
        <p:spPr>
          <a:xfrm>
            <a:off x="930552" y="1604680"/>
            <a:ext cx="9205478" cy="43069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GB" sz="2200" b="1" dirty="0"/>
              <a:t>My centrifugal pump 2384 has a normal operating pressure of 3.7 bar</a:t>
            </a:r>
          </a:p>
        </p:txBody>
      </p:sp>
    </p:spTree>
    <p:extLst>
      <p:ext uri="{BB962C8B-B14F-4D97-AF65-F5344CB8AC3E}">
        <p14:creationId xmlns:p14="http://schemas.microsoft.com/office/powerpoint/2010/main" val="3856341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F88D-96A3-789A-AF13-F548DFFBF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5C6C507-532E-FB66-E080-38EF8463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Shortcuts: IDO expressions - CFHIOS properties</a:t>
            </a: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01BAAAC1-A801-978D-17FE-0EF4BECCF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593684"/>
            <a:ext cx="11483324" cy="4670949"/>
          </a:xfrm>
        </p:spPr>
        <p:txBody>
          <a:bodyPr>
            <a:normAutofit/>
          </a:bodyPr>
          <a:lstStyle/>
          <a:p>
            <a:r>
              <a:rPr lang="en-US" dirty="0"/>
              <a:t>Each </a:t>
            </a:r>
            <a:r>
              <a:rPr lang="en-US" b="1" dirty="0"/>
              <a:t>quality</a:t>
            </a:r>
            <a:r>
              <a:rPr lang="en-US" dirty="0"/>
              <a:t> in the CFHIOS ontology is annotated with the </a:t>
            </a:r>
            <a:r>
              <a:rPr lang="en-US" b="1" dirty="0"/>
              <a:t>object property </a:t>
            </a:r>
            <a:r>
              <a:rPr lang="en-US" dirty="0"/>
              <a:t>from which it </a:t>
            </a:r>
            <a:r>
              <a:rPr lang="en-US" b="1" dirty="0"/>
              <a:t>derives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2AA1F2-4CB4-5C44-32BC-E4BAA28B3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253730"/>
            <a:ext cx="12105262" cy="366642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3809830-6243-7069-A3DB-B1631E8FE064}"/>
              </a:ext>
            </a:extLst>
          </p:cNvPr>
          <p:cNvSpPr/>
          <p:nvPr/>
        </p:nvSpPr>
        <p:spPr>
          <a:xfrm>
            <a:off x="3446585" y="3294185"/>
            <a:ext cx="2778369" cy="633046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047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A4C5-6B0D-973D-80FF-6840F462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C9A6A044-BAD1-87D9-D30A-70FBF6725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Object Properties    ⇔  IDO expressions</a:t>
            </a:r>
            <a:endParaRPr lang="en-US" sz="40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7DE16D-DF67-C8AA-FA0F-7013BA9702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50"/>
          <a:stretch>
            <a:fillRect/>
          </a:stretch>
        </p:blipFill>
        <p:spPr>
          <a:xfrm>
            <a:off x="6499804" y="1902392"/>
            <a:ext cx="5399119" cy="3496198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34FA79-72BB-3BB4-E497-0EF05A74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464"/>
          <a:stretch>
            <a:fillRect/>
          </a:stretch>
        </p:blipFill>
        <p:spPr>
          <a:xfrm>
            <a:off x="293077" y="2145329"/>
            <a:ext cx="5637823" cy="1783829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976675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0B4C0-D2DA-C971-950B-7592E41B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B22E17D0-5CF0-E895-6DAB-A7B00BFB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Other modeling aspects: property groups</a:t>
            </a:r>
            <a:endParaRPr lang="en-US" sz="4000" b="1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038D119-F6BC-4748-BDEA-DEF6F9540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6220990" cy="4555200"/>
          </a:xfrm>
        </p:spPr>
        <p:txBody>
          <a:bodyPr>
            <a:normAutofit/>
          </a:bodyPr>
          <a:lstStyle/>
          <a:p>
            <a:r>
              <a:rPr lang="en-GB" sz="2200" dirty="0"/>
              <a:t>Property groups were modelled as classes</a:t>
            </a:r>
          </a:p>
          <a:p>
            <a:endParaRPr lang="en-GB" sz="2200" dirty="0"/>
          </a:p>
          <a:p>
            <a:r>
              <a:rPr lang="en-GB" sz="2200" dirty="0"/>
              <a:t>Use of the annotation property </a:t>
            </a:r>
            <a:r>
              <a:rPr lang="en-GB" sz="2200" i="1" dirty="0" err="1"/>
              <a:t>schema:category</a:t>
            </a:r>
            <a:r>
              <a:rPr lang="en-GB" sz="2200" i="1" dirty="0"/>
              <a:t> </a:t>
            </a:r>
            <a:r>
              <a:rPr lang="en-GB" sz="2200" dirty="0"/>
              <a:t>to link a property with its property group</a:t>
            </a:r>
          </a:p>
        </p:txBody>
      </p:sp>
      <p:pic>
        <p:nvPicPr>
          <p:cNvPr id="3" name="Imagen 2" descr="Texto, Carta&#10;&#10;El contenido generado por IA puede ser incorrecto.">
            <a:extLst>
              <a:ext uri="{FF2B5EF4-FFF2-40B4-BE49-F238E27FC236}">
                <a16:creationId xmlns:a16="http://schemas.microsoft.com/office/drawing/2014/main" id="{DD13EB2A-C1BD-AF76-DF14-0AFCA2663E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355"/>
          <a:stretch>
            <a:fillRect/>
          </a:stretch>
        </p:blipFill>
        <p:spPr>
          <a:xfrm>
            <a:off x="6636590" y="1536633"/>
            <a:ext cx="4363059" cy="124107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F13848D-4FF1-5693-8C8F-1A18DE766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722" y="3814233"/>
            <a:ext cx="7772400" cy="187141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3B47B79-F4DB-3E43-17CD-96E7542D5CA5}"/>
              </a:ext>
            </a:extLst>
          </p:cNvPr>
          <p:cNvSpPr/>
          <p:nvPr/>
        </p:nvSpPr>
        <p:spPr>
          <a:xfrm>
            <a:off x="1732722" y="5232266"/>
            <a:ext cx="2768940" cy="453380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026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C14B9-ACD0-65E4-B28E-76F2C34E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62C89EDD-76BF-C588-F83D-C8AB6FBA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3367"/>
            <a:ext cx="12192000" cy="763600"/>
          </a:xfrm>
        </p:spPr>
        <p:txBody>
          <a:bodyPr>
            <a:noAutofit/>
          </a:bodyPr>
          <a:lstStyle/>
          <a:p>
            <a:r>
              <a:rPr lang="en-US" sz="3600" dirty="0"/>
              <a:t>Other modelling aspects: mappings to other standards</a:t>
            </a:r>
            <a:endParaRPr lang="en-US" sz="36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2E3867-6012-BFC0-EB24-733ABA420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622" y="2385391"/>
            <a:ext cx="9473935" cy="423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DB51D29C-B841-F566-9465-047D5E8A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6220990" cy="4555200"/>
          </a:xfrm>
        </p:spPr>
        <p:txBody>
          <a:bodyPr>
            <a:normAutofit/>
          </a:bodyPr>
          <a:lstStyle/>
          <a:p>
            <a:r>
              <a:rPr lang="en-GB" sz="2200" dirty="0"/>
              <a:t>Use of annotation property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BD670E2-229F-BBDD-1A9B-58FFDFE36C46}"/>
              </a:ext>
            </a:extLst>
          </p:cNvPr>
          <p:cNvSpPr/>
          <p:nvPr/>
        </p:nvSpPr>
        <p:spPr>
          <a:xfrm>
            <a:off x="2136910" y="4186316"/>
            <a:ext cx="2778369" cy="862761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961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F192-D19D-05AD-8EF4-AFD5207B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F46989C5-6383-917E-1AE1-44D677A8B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Testing the CFIHOS ontology</a:t>
            </a:r>
            <a:endParaRPr lang="en-US" sz="4000" b="1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59BCE6DC-A5C9-D934-26F0-42915DAD2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975449"/>
            <a:ext cx="8946514" cy="2739988"/>
          </a:xfrm>
        </p:spPr>
        <p:txBody>
          <a:bodyPr>
            <a:normAutofit/>
          </a:bodyPr>
          <a:lstStyle/>
          <a:p>
            <a:r>
              <a:rPr lang="en-US" dirty="0"/>
              <a:t>The ontology was tested by using a set of 15 competency questions (CQ).</a:t>
            </a:r>
          </a:p>
          <a:p>
            <a:endParaRPr lang="en-US" dirty="0"/>
          </a:p>
          <a:p>
            <a:r>
              <a:rPr lang="en-US" dirty="0"/>
              <a:t>These CQs were answered by querying the ontology through SPARQL queries.</a:t>
            </a:r>
          </a:p>
          <a:p>
            <a:endParaRPr lang="en-US" dirty="0"/>
          </a:p>
          <a:p>
            <a:pPr marL="795847" lvl="1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5FC0B6B7-02D8-7E20-88E4-33930503C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700" y="3586386"/>
            <a:ext cx="3806734" cy="23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50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BF166-E987-2F13-774B-25A1E847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B5B6DCDF-2FED-E549-E7DD-9F6EFBD1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Testing the CFIHOS ontology</a:t>
            </a:r>
            <a:endParaRPr lang="en-US" sz="40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9F691A-B447-457F-26C5-FD79298C6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2011704"/>
            <a:ext cx="9774014" cy="3972479"/>
          </a:xfrm>
          <a:prstGeom prst="rect">
            <a:avLst/>
          </a:prstGeom>
        </p:spPr>
      </p:pic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3EB8915D-488A-7120-941C-7914B8FF4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700" y="3586386"/>
            <a:ext cx="3806734" cy="23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75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7CBFD-AD5F-A68B-318D-E9D2ACEE2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4044E2B9-569E-8A8C-75EB-340206C68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Testing the CFIHOS ontology</a:t>
            </a:r>
            <a:endParaRPr lang="en-US" sz="4000" b="1" dirty="0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5A40C384-B9C2-75D4-7B8B-39F2D03DF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700" y="3586386"/>
            <a:ext cx="3806734" cy="239779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487C66F-B75E-6F69-3B25-B3DCFB9F1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00" y="1743912"/>
            <a:ext cx="5701285" cy="175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2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03AF6-19E8-A901-BD72-71E36F2D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841AC314-9A4C-31D1-D1BA-5A1B1451F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Testing the CFIHOS ontology</a:t>
            </a:r>
            <a:endParaRPr lang="en-US" sz="4000" b="1" dirty="0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7802E86F-CF06-1D97-B6F5-EF4B02DAB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700" y="3586386"/>
            <a:ext cx="3806734" cy="239779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D1358B5-3981-33D2-2398-1BD47306E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49" y="1734824"/>
            <a:ext cx="11490185" cy="122144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0F5D4DB-71A3-0323-4EDE-E9185E65D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50" y="3593238"/>
            <a:ext cx="5660032" cy="102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72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5CABA-F040-A4C5-F499-BC40D342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5429BF6-4D0A-279F-E18B-712DCA148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Testing the CFIHOS ontology</a:t>
            </a:r>
            <a:endParaRPr lang="en-US" sz="40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A04276-80F4-74EA-50B5-085147803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81" y="1745433"/>
            <a:ext cx="7787812" cy="2696121"/>
          </a:xfrm>
          <a:prstGeom prst="rect">
            <a:avLst/>
          </a:prstGeom>
        </p:spPr>
      </p:pic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94B5B8F8-389B-E5AC-CDB6-9ABF3949A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700" y="3586386"/>
            <a:ext cx="3806734" cy="23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86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21CF-CC40-8799-9B73-A41F9170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D647948-4100-E75F-9B1F-B76AD10F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Testing the CFIHOS ontology</a:t>
            </a:r>
            <a:endParaRPr lang="en-US" sz="40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40CB32-5B68-ECA7-2FF5-8D3FBBF7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49" y="1847832"/>
            <a:ext cx="10231278" cy="3477110"/>
          </a:xfrm>
          <a:prstGeom prst="rect">
            <a:avLst/>
          </a:prstGeom>
        </p:spPr>
      </p:pic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A18B2064-D93F-8F5F-740D-1C7D4B287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026" y="3586387"/>
            <a:ext cx="3153408" cy="198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34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3DE4C-9D0B-C0B6-2534-0FF143BB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E1ACCAE3-26B3-EB5B-4689-2507165A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Testing the CFIHOS ontology</a:t>
            </a:r>
            <a:endParaRPr lang="en-US" sz="4000" b="1" dirty="0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E91AA7DF-0CC2-A95B-2D69-C75A6C819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026" y="3586387"/>
            <a:ext cx="3153408" cy="1986278"/>
          </a:xfrm>
          <a:prstGeom prst="rect">
            <a:avLst/>
          </a:prstGeom>
        </p:spPr>
      </p:pic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7509C6D7-E11C-7F4E-AB15-EA33A1A6E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55" y="1657176"/>
            <a:ext cx="5913054" cy="148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58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1F48-DE58-3E58-5D98-1E277ED2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F01EA274-FCD3-A4E5-DF7F-AAB17338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The pattern in CFHIOS</a:t>
            </a:r>
            <a:endParaRPr lang="en-US" sz="40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AEBDE6-1C24-41AE-E46B-EE3D062C0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987" y="1356967"/>
            <a:ext cx="8312152" cy="532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39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F5467-B11C-1874-0B66-EA55BB02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0E662F11-F3F8-E701-0F29-1339B00F6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/>
          </a:bodyPr>
          <a:lstStyle/>
          <a:p>
            <a:r>
              <a:rPr lang="en-US" sz="4000" dirty="0"/>
              <a:t>Summary</a:t>
            </a:r>
            <a:endParaRPr lang="en-US" sz="4000" b="1" dirty="0"/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01E4921C-1F36-0105-A715-3ABA17A0E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593684"/>
            <a:ext cx="10638223" cy="4670949"/>
          </a:xfrm>
        </p:spPr>
        <p:txBody>
          <a:bodyPr>
            <a:normAutofit fontScale="92500" lnSpcReduction="20000"/>
          </a:bodyPr>
          <a:lstStyle/>
          <a:p>
            <a:r>
              <a:rPr lang="en-US" sz="3800" dirty="0"/>
              <a:t>Development of a CFIHOS ontology following IDO</a:t>
            </a:r>
          </a:p>
          <a:p>
            <a:endParaRPr lang="en-US" sz="3800" dirty="0"/>
          </a:p>
          <a:p>
            <a:r>
              <a:rPr lang="en-US" sz="3800" dirty="0"/>
              <a:t>Use of a modelling pattern that could be applied to other standards to promote data interoperability</a:t>
            </a:r>
          </a:p>
          <a:p>
            <a:endParaRPr lang="en-US" sz="3800" dirty="0"/>
          </a:p>
          <a:p>
            <a:r>
              <a:rPr lang="en-US" sz="3800" dirty="0"/>
              <a:t>Need for validation from the CFIHOS community</a:t>
            </a:r>
          </a:p>
          <a:p>
            <a:endParaRPr lang="en-US" sz="3800" dirty="0"/>
          </a:p>
          <a:p>
            <a:r>
              <a:rPr lang="en-US" sz="3800" dirty="0"/>
              <a:t>Tag vs equipment</a:t>
            </a:r>
          </a:p>
          <a:p>
            <a:endParaRPr lang="en-US" sz="4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658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E104-E044-79DE-FD54-8A31F1CD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27460-C9AC-B3B8-AD40-11428AE45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063" y="1414800"/>
            <a:ext cx="10211266" cy="3114000"/>
          </a:xfrm>
        </p:spPr>
        <p:txBody>
          <a:bodyPr/>
          <a:lstStyle/>
          <a:p>
            <a:r>
              <a:rPr lang="en-US" dirty="0"/>
              <a:t>Development of the CFIHOS ontology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AEF1F5A-0367-4FE3-8555-8C1A27B99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064" y="4528799"/>
            <a:ext cx="8207374" cy="1489751"/>
          </a:xfrm>
        </p:spPr>
        <p:txBody>
          <a:bodyPr/>
          <a:lstStyle/>
          <a:p>
            <a:r>
              <a:rPr lang="en-US" noProof="0" dirty="0"/>
              <a:t>Francisco Abad Navarro</a:t>
            </a:r>
          </a:p>
          <a:p>
            <a:r>
              <a:rPr lang="en-US" noProof="0" dirty="0"/>
              <a:t>Jesualdo Tomás Fernández Breis</a:t>
            </a:r>
          </a:p>
          <a:p>
            <a:r>
              <a:rPr lang="en-US" noProof="0" dirty="0"/>
              <a:t>Alexander Garcia</a:t>
            </a:r>
          </a:p>
          <a:p>
            <a:r>
              <a:rPr lang="en-US" dirty="0"/>
              <a:t>Andreas Neumann</a:t>
            </a:r>
            <a:endParaRPr lang="en-US" noProof="0" dirty="0"/>
          </a:p>
          <a:p>
            <a:endParaRPr lang="en-US" noProof="0" dirty="0"/>
          </a:p>
          <a:p>
            <a:endParaRPr lang="en-US" dirty="0"/>
          </a:p>
        </p:txBody>
      </p:sp>
      <p:pic>
        <p:nvPicPr>
          <p:cNvPr id="1026" name="Picture 2" descr="Nueva Identidad Visual UMU ...">
            <a:extLst>
              <a:ext uri="{FF2B5EF4-FFF2-40B4-BE49-F238E27FC236}">
                <a16:creationId xmlns:a16="http://schemas.microsoft.com/office/drawing/2014/main" id="{DFC1F77A-BE60-94D3-398B-36CBAEF07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0" y="228600"/>
            <a:ext cx="2759319" cy="955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464689"/>
      </p:ext>
    </p:extLst>
  </p:cSld>
  <p:clrMapOvr>
    <a:masterClrMapping/>
  </p:clrMapOvr>
</p:sld>
</file>

<file path=ppt/theme/theme1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4D217A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0" tIns="0" rIns="0" bIns="0"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gradFill>
            <a:gsLst>
              <a:gs pos="0">
                <a:schemeClr val="tx1"/>
              </a:gs>
              <a:gs pos="100000">
                <a:schemeClr val="tx1">
                  <a:alpha val="5000"/>
                </a:schemeClr>
              </a:gs>
            </a:gsLst>
            <a:lin ang="0" scaled="0"/>
          </a:gradFill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custClrLst>
    <a:custClr name="SE Brown 0">
      <a:srgbClr val="EFEBEA"/>
    </a:custClr>
    <a:custClr name="SE Brown 3">
      <a:srgbClr val="8F7C7A"/>
    </a:custClr>
    <a:custClr name="SE Gray 0">
      <a:srgbClr val="EAF4F8"/>
    </a:custClr>
    <a:custClr name="SE Gray 3">
      <a:srgbClr val="96B0C0"/>
    </a:custClr>
    <a:custClr name="SE Green 0">
      <a:srgbClr val="DCFFDC"/>
    </a:custClr>
    <a:custClr name="SE Green 3">
      <a:srgbClr val="27B66D"/>
    </a:custClr>
    <a:custClr name="SE Blue 0">
      <a:srgbClr val="CAF9FF"/>
    </a:custClr>
    <a:custClr name="SE Blue 3">
      <a:srgbClr val="0084E1"/>
    </a:custClr>
    <a:custClr name="SE Yellow 0">
      <a:srgbClr val="FCFCB5"/>
    </a:custClr>
    <a:custClr name="SE Yellow 3">
      <a:srgbClr val="E2D000"/>
    </a:custClr>
    <a:custClr name="SE Brown 1">
      <a:srgbClr val="CFC0BE"/>
    </a:custClr>
    <a:custClr name="SE Brown 4">
      <a:srgbClr val="7D6766"/>
    </a:custClr>
    <a:custClr name="SE Gray 1">
      <a:srgbClr val="D7E4EE"/>
    </a:custClr>
    <a:custClr name="SE Gray 4">
      <a:srgbClr val="7B919D"/>
    </a:custClr>
    <a:custClr name="SE Green 1">
      <a:srgbClr val="00FD79"/>
    </a:custClr>
    <a:custClr name="SE Green 4">
      <a:srgbClr val="009B55"/>
    </a:custClr>
    <a:custClr name="SE Blue 1">
      <a:srgbClr val="6ADDFF"/>
    </a:custClr>
    <a:custClr name="SE Blue 4">
      <a:srgbClr val="0057C6"/>
    </a:custClr>
    <a:custClr name="SE Yellow 1">
      <a:srgbClr val="FFF91F"/>
    </a:custClr>
    <a:custClr name="SE Yellow 4">
      <a:srgbClr val="C6AE00"/>
    </a:custClr>
    <a:custClr name="SE Brown 2">
      <a:srgbClr val="AF9E9C"/>
    </a:custClr>
    <a:custClr name="SE Brown 5">
      <a:srgbClr val="564646"/>
    </a:custClr>
    <a:custClr name="SE Gray 2">
      <a:srgbClr val="B8CEDB"/>
    </a:custClr>
    <a:custClr name="SE Gray 5">
      <a:srgbClr val="54646E"/>
    </a:custClr>
    <a:custClr name="SE Green 2">
      <a:srgbClr val="14DA79"/>
    </a:custClr>
    <a:custClr name="SE Green 5">
      <a:srgbClr val="006C3B"/>
    </a:custClr>
    <a:custClr name="SE Blue 2">
      <a:srgbClr val="21C0FF"/>
    </a:custClr>
    <a:custClr name="SE Blue 5">
      <a:srgbClr val="00328C"/>
    </a:custClr>
    <a:custClr name="SE Yellow 2">
      <a:srgbClr val="F6E600"/>
    </a:custClr>
    <a:custClr name="SE Yellow 5">
      <a:srgbClr val="8C7500"/>
    </a:custClr>
  </a:custClrLst>
  <a:extLst>
    <a:ext uri="{05A4C25C-085E-4340-85A3-A5531E510DB2}">
      <thm15:themeFamily xmlns:thm15="http://schemas.microsoft.com/office/thememl/2012/main" name="SE_PPT-Template.pptx" id="{023A37F2-AF87-4822-B4D0-64FAE8ABED5E}" vid="{9F6375CC-19C6-408F-A8EE-C21CBC27B287}"/>
    </a:ext>
  </a:extLst>
</a:theme>
</file>

<file path=ppt/theme/theme2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8A00E5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8A00E5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SE_PPT-Template</Template>
  <TotalTime>7467</TotalTime>
  <Words>1104</Words>
  <Application>Microsoft Macintosh PowerPoint</Application>
  <PresentationFormat>Panorámica</PresentationFormat>
  <Paragraphs>281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9" baseType="lpstr">
      <vt:lpstr>Arial</vt:lpstr>
      <vt:lpstr>Times New Roman</vt:lpstr>
      <vt:lpstr>Wingdings</vt:lpstr>
      <vt:lpstr>Siemens Energy</vt:lpstr>
      <vt:lpstr>Development of the CFIHOS ontology </vt:lpstr>
      <vt:lpstr>The Ecosystem of Industry Standards</vt:lpstr>
      <vt:lpstr>The Ecosystem of Industry Standards</vt:lpstr>
      <vt:lpstr>A Siemens Energy Centrifugal Pump</vt:lpstr>
      <vt:lpstr>A Siemens Energy Centrifugal Pump</vt:lpstr>
      <vt:lpstr>A Siemens Energy Centrifugal Pump</vt:lpstr>
      <vt:lpstr>Common aspects of the standards</vt:lpstr>
      <vt:lpstr>Presentación de PowerPoint</vt:lpstr>
      <vt:lpstr>Common aspects of the standards</vt:lpstr>
      <vt:lpstr>CFIHOS distribution Version 2.0 October 2024</vt:lpstr>
      <vt:lpstr>CFIHOS ontology modeling principles</vt:lpstr>
      <vt:lpstr>Generation of the ontology</vt:lpstr>
      <vt:lpstr>Overview of the ontology</vt:lpstr>
      <vt:lpstr>Presentación de PowerPoint</vt:lpstr>
      <vt:lpstr>Linking CFIHOS classes to the IDO</vt:lpstr>
      <vt:lpstr>Modeling properties</vt:lpstr>
      <vt:lpstr>Modeling properties</vt:lpstr>
      <vt:lpstr>IDO-based Property modeling</vt:lpstr>
      <vt:lpstr>IDO-based Property modeling</vt:lpstr>
      <vt:lpstr>First example</vt:lpstr>
      <vt:lpstr>Second example</vt:lpstr>
      <vt:lpstr>Shortcuts: IDO expressions - CFHIOS properties</vt:lpstr>
      <vt:lpstr>Object Properties    ⇔  IDO expressions</vt:lpstr>
      <vt:lpstr>Other modeling aspects: property groups</vt:lpstr>
      <vt:lpstr>Other modelling aspects: mappings to other standards</vt:lpstr>
      <vt:lpstr>Testing the CFIHOS ontology</vt:lpstr>
      <vt:lpstr>Testing the CFIHOS ontology</vt:lpstr>
      <vt:lpstr>Testing the CFIHOS ontology</vt:lpstr>
      <vt:lpstr>Testing the CFIHOS ontology</vt:lpstr>
      <vt:lpstr>Testing the CFIHOS ontology</vt:lpstr>
      <vt:lpstr>Testing the CFIHOS ontology</vt:lpstr>
      <vt:lpstr>Testing the CFIHOS ontology</vt:lpstr>
      <vt:lpstr>The pattern in CFHIOS</vt:lpstr>
      <vt:lpstr>Summary</vt:lpstr>
      <vt:lpstr>Development of the CFIHOS ontology </vt:lpstr>
    </vt:vector>
  </TitlesOfParts>
  <Company>Siemens Energy</Company>
  <LinksUpToDate>false</LinksUpToDate>
  <SharedDoc>false</SharedDoc>
  <HyperlinkBase>www.siemens-energy.com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Siemens Energy White Template</dc:title>
  <dc:creator>fabad</dc:creator>
  <dc:description>March 2022
Version 1.2</dc:description>
  <cp:lastModifiedBy>JESUALDO TOMAS FERNANDEZ BREIS</cp:lastModifiedBy>
  <cp:revision>472</cp:revision>
  <cp:lastPrinted>2020-03-11T17:11:35Z</cp:lastPrinted>
  <dcterms:created xsi:type="dcterms:W3CDTF">2020-10-26T15:38:43Z</dcterms:created>
  <dcterms:modified xsi:type="dcterms:W3CDTF">2026-02-22T21:17:47Z</dcterms:modified>
  <cp:contentStatus>Template</cp:contentStatus>
</cp:coreProperties>
</file>